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54FB0-DE92-4C61-9328-2D073BF3DA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B0153A-8CE7-4249-87E2-B5A6F751C6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E1FB4-A831-4075-9BDD-0C9C63474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8966-0594-4F92-A002-610B98936E0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F29F9-FF5B-46C4-9A4F-5CAE3527F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EC9DE-E29B-49C4-A6CA-4CEF6319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16A28-0635-43DF-999B-F6B180ADA6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22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473D7-5186-476F-A6B7-5E07A5DF0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64212-F25A-4AE9-B63C-5AEECF2D2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75C19-E2E0-4B7C-AE89-30430CB2D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8966-0594-4F92-A002-610B98936E0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B4BF6-EBE2-4B33-8E3A-5CDBD7D9F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68110-6830-498E-9960-581DF1ECC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16A28-0635-43DF-999B-F6B180ADA6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4805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D3CD-F72C-45F1-A96A-FAEF11A92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B7D9A-9442-4990-B5B1-501B78161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7EEE5-B1F4-42E3-99DF-6642B6A8B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8966-0594-4F92-A002-610B98936E0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5EF96-453A-49F6-8AB2-FE33D86C9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1A9B9-A291-4902-B09D-33E17798B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16A28-0635-43DF-999B-F6B180ADA6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068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64E5E-6F6A-4C1B-AA1B-C918E3AB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81D4D-AFEB-453C-B5B7-752EF84278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B037A-F8D5-4315-AD39-B7892887E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B9C22-7311-4F94-9FE8-46397C080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8966-0594-4F92-A002-610B98936E0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A664C-C0D6-454B-ADDA-9E54F9445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C7F8C-B553-4446-AFD0-46A398D58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16A28-0635-43DF-999B-F6B180ADA6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043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AC4FC-7C5D-4343-99F1-C3D7188DF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B32EB-D867-4364-8E67-836279B0C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15AF15-1387-4C70-A033-B9AF8A79F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EFCA8A-551D-4858-8C40-8BF432905C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08E8DF-1AA6-49EE-8EC4-97D28C4700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48AF35-A51A-4F17-A51A-D7016C27F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8966-0594-4F92-A002-610B98936E0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AC479-64D8-4F40-A2A6-4E10EB372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65FEDD-A6CC-4F9A-BC94-16F3B6BE9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16A28-0635-43DF-999B-F6B180ADA6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21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772C-5DEB-4CCF-BF58-17B040525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0575DA-7462-4DC3-B8FB-800FC306C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8966-0594-4F92-A002-610B98936E0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83D6C6-6810-4775-9979-72663DC97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403C5D-2079-412C-ABA8-FE73E0B63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16A28-0635-43DF-999B-F6B180ADA6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0600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93DE08-2670-46D0-B8B3-08E589DC8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8966-0594-4F92-A002-610B98936E0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4C8BDC-7494-43E8-9EF9-F6FFD7913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8554A-9A8D-49EF-86AE-F5D1E07E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16A28-0635-43DF-999B-F6B180ADA6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622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2AF9E-D951-4A49-A05A-76662B998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170A2-6EF3-4CD2-B76C-24ABB5306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11831-7DDE-4B00-AD3B-9C4416614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86AA8-E396-41C8-9DD9-74C15574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8966-0594-4F92-A002-610B98936E0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F2D9E-C862-410B-AAF5-5EE10FD07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19BAA-ED7B-459A-B235-C8CF4AB29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16A28-0635-43DF-999B-F6B180ADA6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352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197BF-F7A3-48F2-A692-F98BF4336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19EECD-2602-455D-9526-F20461158E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CC1AC8-D6EC-45D3-94DD-10F519FF7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D160A-8A9D-49FF-A814-0F7BF030F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8966-0594-4F92-A002-610B98936E0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20800-2407-404D-B69A-26C1E6628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6576E-D154-4328-9899-0C324A8B9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16A28-0635-43DF-999B-F6B180ADA6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672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8F632-2BD3-4B4C-96D9-94679734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6647E-28C1-4AEC-9F4D-4B2C1D8EA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C19E0-2955-48EA-8D77-E5EF6A3EC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8966-0594-4F92-A002-610B98936E0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02CD8-6633-4187-8CEE-7D00A26BE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9D94E-C62E-4C8D-9161-CEAD0D673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16A28-0635-43DF-999B-F6B180ADA6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9222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2E8A16-E634-45A2-9C6A-DA9BFA954E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F5DF0-FC9B-4B67-9140-7074F25F2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DF9D8-D976-4D10-98EF-8442381E1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8966-0594-4F92-A002-610B98936E0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C7B35-A1AC-485E-BDBB-46D23F00E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89256-EA62-415D-8677-4D9785338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16A28-0635-43DF-999B-F6B180ADA6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38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6EABE4-3103-47A7-8323-E4A1A13C8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8A508-6A3C-42FC-834A-5063829FD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2F395-83B3-4BB3-AB1F-A235AE6246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B8966-0594-4F92-A002-610B98936E0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F5252-A7D8-4468-9A96-E25DF98AC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55232-A600-4A04-A5FD-B8EF5B5999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316A28-0635-43DF-999B-F6B180ADA6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109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D1C1-134F-4490-A88E-4E0E8ED4A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759" y="281536"/>
            <a:ext cx="11550869" cy="1116340"/>
          </a:xfrm>
        </p:spPr>
        <p:txBody>
          <a:bodyPr>
            <a:normAutofit/>
          </a:bodyPr>
          <a:lstStyle/>
          <a:p>
            <a:r>
              <a:rPr lang="en-GB" u="sng" dirty="0"/>
              <a:t>Grade 1 Science Unit 4 –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7CAD04-63E6-481D-9768-8493377EB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883" y="2469931"/>
            <a:ext cx="11309131" cy="3909848"/>
          </a:xfrm>
        </p:spPr>
        <p:txBody>
          <a:bodyPr>
            <a:normAutofit/>
          </a:bodyPr>
          <a:lstStyle/>
          <a:p>
            <a:pPr algn="l"/>
            <a:r>
              <a:rPr lang="en-GB" sz="3200" dirty="0"/>
              <a:t>Revise the ideas and concepts taught in:</a:t>
            </a:r>
          </a:p>
          <a:p>
            <a:r>
              <a:rPr lang="en-GB" sz="3200" b="1" dirty="0"/>
              <a:t>Unit 4 - Humans and Animals Grow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3200" dirty="0"/>
              <a:t>Talk to your child about what they remember and the definitions of the key vocabulary.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3200" dirty="0"/>
              <a:t>Ask them to explain the ideas to you.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3200" dirty="0"/>
              <a:t>Answer the questions in the book.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3200" dirty="0"/>
              <a:t>Complete the experiments and enquiries.</a:t>
            </a:r>
          </a:p>
        </p:txBody>
      </p:sp>
    </p:spTree>
    <p:extLst>
      <p:ext uri="{BB962C8B-B14F-4D97-AF65-F5344CB8AC3E}">
        <p14:creationId xmlns:p14="http://schemas.microsoft.com/office/powerpoint/2010/main" val="932664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F28C1F-E26B-4D7E-B00E-C15D0EA27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43" y="0"/>
            <a:ext cx="11323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659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F5A523-0A4F-4F6D-A1AD-1B5116142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75" y="0"/>
            <a:ext cx="11435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298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C61A66-9D77-424B-BD69-FD0381002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86" y="23337"/>
            <a:ext cx="11660227" cy="68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97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10FD67-6159-42EA-AE9C-7F05035A6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49" y="32863"/>
            <a:ext cx="11831701" cy="679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343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B049B4-EEFA-4300-BC66-4D3A3B94F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14" y="0"/>
            <a:ext cx="116895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393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CEC306-2755-41AF-89AC-5AE2A69CC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35" y="0"/>
            <a:ext cx="107859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734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A54EDF-D32E-46FC-A07B-E5EAABC4F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18" y="261495"/>
            <a:ext cx="11564964" cy="633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990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F436A7-75A2-48C8-8E16-F85603392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5" y="75732"/>
            <a:ext cx="11422069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11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5D876-1341-4ACA-A2A0-F2EFBDCA6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233"/>
            <a:ext cx="12192000" cy="667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014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3D1DF4-BFDC-41E7-8495-6DE16A687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440"/>
            <a:ext cx="12192000" cy="662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99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0EAAA7-FAFD-4928-879C-921670263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78" y="0"/>
            <a:ext cx="115498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192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3E93F8-AB81-48A9-842B-5DC45CA43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2" y="0"/>
            <a:ext cx="119689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195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3D5867-87CE-4214-A1B3-E49D1A918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2" y="123363"/>
            <a:ext cx="12003175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661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AD671E-3B8A-451E-9B45-C891C9913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8" y="56679"/>
            <a:ext cx="11774543" cy="674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19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B40186-E7A9-4D08-9D6C-765AB196A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2" y="0"/>
            <a:ext cx="121484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194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3D60CC-8711-44F8-A995-564F3F032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85"/>
            <a:ext cx="12192000" cy="683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300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13DD0B-ACA4-4771-9BA7-834ECD88D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0" y="0"/>
            <a:ext cx="121674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867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60</Words>
  <Application>Microsoft Office PowerPoint</Application>
  <PresentationFormat>Widescreen</PresentationFormat>
  <Paragraphs>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Grade 1 Science Unit 4 –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– Review</dc:title>
  <dc:creator>Porscha Ely (VSC-KTiH-MB)</dc:creator>
  <cp:lastModifiedBy>Porscha Ely (VSC-KTiH-MB)</cp:lastModifiedBy>
  <cp:revision>2</cp:revision>
  <dcterms:created xsi:type="dcterms:W3CDTF">2026-09-28T02:38:03Z</dcterms:created>
  <dcterms:modified xsi:type="dcterms:W3CDTF">2026-09-28T02:50:31Z</dcterms:modified>
</cp:coreProperties>
</file>