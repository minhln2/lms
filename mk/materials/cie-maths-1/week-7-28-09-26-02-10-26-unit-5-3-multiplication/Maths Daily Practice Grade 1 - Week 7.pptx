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jGPrnGfkqHxpkb2txtYc+Rrhgv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a0c152db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40a0c152d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a0c152db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40a0c152d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0a0c152d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40a0c152d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a0c152db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40a0c152db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8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8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8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8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8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8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8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8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10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1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10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1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1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4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14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4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4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7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891353" y="85628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Maths Daily Practice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>
                <a:solidFill>
                  <a:srgbClr val="000000"/>
                </a:solidFill>
              </a:rPr>
              <a:t>Grade 1 - Week 7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920525" y="2410625"/>
            <a:ext cx="70767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Complete this work in a notebook at home. This is not mandatory homework.</a:t>
            </a:r>
            <a:endParaRPr sz="2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Therefore, it does not need bringing into school. This is optional practice to support the learning taking place in school.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301325" y="327800"/>
            <a:ext cx="2862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dk2"/>
                </a:solidFill>
              </a:rPr>
              <a:t>Daily practice 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Multiplication</a:t>
            </a:r>
            <a:endParaRPr/>
          </a:p>
        </p:txBody>
      </p:sp>
      <p:pic>
        <p:nvPicPr>
          <p:cNvPr id="135" name="Google Shape;13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227" y="255554"/>
            <a:ext cx="5810375" cy="4735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a0c152dbe_0_1"/>
          <p:cNvSpPr txBox="1"/>
          <p:nvPr>
            <p:ph type="title"/>
          </p:nvPr>
        </p:nvSpPr>
        <p:spPr>
          <a:xfrm>
            <a:off x="301325" y="327800"/>
            <a:ext cx="2862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dk2"/>
                </a:solidFill>
              </a:rPr>
              <a:t>Daily practice </a:t>
            </a:r>
            <a:r>
              <a:rPr lang="en-GB">
                <a:solidFill>
                  <a:schemeClr val="dk2"/>
                </a:solidFill>
              </a:rPr>
              <a:t>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Multiplication</a:t>
            </a:r>
            <a:endParaRPr/>
          </a:p>
        </p:txBody>
      </p:sp>
      <p:pic>
        <p:nvPicPr>
          <p:cNvPr id="141" name="Google Shape;141;g40a0c152db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625" y="152400"/>
            <a:ext cx="5674975" cy="4618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a0c152dbe_0_7"/>
          <p:cNvSpPr txBox="1"/>
          <p:nvPr>
            <p:ph type="title"/>
          </p:nvPr>
        </p:nvSpPr>
        <p:spPr>
          <a:xfrm>
            <a:off x="301325" y="327800"/>
            <a:ext cx="2862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dk2"/>
                </a:solidFill>
              </a:rPr>
              <a:t>Daily practice 3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Multiplication</a:t>
            </a:r>
            <a:endParaRPr/>
          </a:p>
        </p:txBody>
      </p:sp>
      <p:pic>
        <p:nvPicPr>
          <p:cNvPr id="147" name="Google Shape;147;g40a0c152db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125" y="255500"/>
            <a:ext cx="5674974" cy="4632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0a0c152dbe_0_13"/>
          <p:cNvSpPr txBox="1"/>
          <p:nvPr>
            <p:ph type="title"/>
          </p:nvPr>
        </p:nvSpPr>
        <p:spPr>
          <a:xfrm>
            <a:off x="301325" y="327800"/>
            <a:ext cx="2862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dk2"/>
                </a:solidFill>
              </a:rPr>
              <a:t>Daily practice 4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Multiplication</a:t>
            </a:r>
            <a:endParaRPr/>
          </a:p>
        </p:txBody>
      </p:sp>
      <p:pic>
        <p:nvPicPr>
          <p:cNvPr id="153" name="Google Shape;153;g40a0c152db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625" y="152400"/>
            <a:ext cx="5674976" cy="4644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40a0c152dbe_0_19"/>
          <p:cNvSpPr txBox="1"/>
          <p:nvPr>
            <p:ph type="title"/>
          </p:nvPr>
        </p:nvSpPr>
        <p:spPr>
          <a:xfrm>
            <a:off x="301325" y="327800"/>
            <a:ext cx="2862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solidFill>
                  <a:schemeClr val="dk2"/>
                </a:solidFill>
              </a:rPr>
              <a:t>Daily practice 5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Multiplication</a:t>
            </a:r>
            <a:endParaRPr/>
          </a:p>
        </p:txBody>
      </p:sp>
      <p:pic>
        <p:nvPicPr>
          <p:cNvPr id="159" name="Google Shape;159;g40a0c152dbe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225" y="255500"/>
            <a:ext cx="5674974" cy="4632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