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Nunito"/>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6" roundtripDataSignature="AMtx7mjWZyfDgZu8WU0n9IKC5OIdcOXy4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Nunito-bold.fntdata"/><Relationship Id="rId12" Type="http://schemas.openxmlformats.org/officeDocument/2006/relationships/font" Target="fonts/Nuni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boldItalic.fntdata"/><Relationship Id="rId14" Type="http://schemas.openxmlformats.org/officeDocument/2006/relationships/font" Target="fonts/Nunito-italic.fntdata"/><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8"/>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8"/>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8"/>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8"/>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 name="Google Shape;14;p8"/>
          <p:cNvGrpSpPr/>
          <p:nvPr/>
        </p:nvGrpSpPr>
        <p:grpSpPr>
          <a:xfrm>
            <a:off x="255200" y="592"/>
            <a:ext cx="2250363" cy="1044300"/>
            <a:chOff x="255200" y="592"/>
            <a:chExt cx="2250363" cy="1044300"/>
          </a:xfrm>
        </p:grpSpPr>
        <p:sp>
          <p:nvSpPr>
            <p:cNvPr id="15" name="Google Shape;15;p8"/>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8"/>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8"/>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 name="Google Shape;18;p8"/>
          <p:cNvGrpSpPr/>
          <p:nvPr/>
        </p:nvGrpSpPr>
        <p:grpSpPr>
          <a:xfrm>
            <a:off x="905395" y="592"/>
            <a:ext cx="2250363" cy="1044300"/>
            <a:chOff x="905395" y="592"/>
            <a:chExt cx="2250363" cy="1044300"/>
          </a:xfrm>
        </p:grpSpPr>
        <p:sp>
          <p:nvSpPr>
            <p:cNvPr id="19" name="Google Shape;19;p8"/>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8"/>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8"/>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 name="Google Shape;22;p8"/>
          <p:cNvGrpSpPr/>
          <p:nvPr/>
        </p:nvGrpSpPr>
        <p:grpSpPr>
          <a:xfrm>
            <a:off x="7057468" y="5088"/>
            <a:ext cx="1851281" cy="752108"/>
            <a:chOff x="6917201" y="0"/>
            <a:chExt cx="2227776" cy="863400"/>
          </a:xfrm>
        </p:grpSpPr>
        <p:sp>
          <p:nvSpPr>
            <p:cNvPr id="23" name="Google Shape;23;p8"/>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8"/>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8"/>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 name="Google Shape;26;p8"/>
          <p:cNvGrpSpPr/>
          <p:nvPr/>
        </p:nvGrpSpPr>
        <p:grpSpPr>
          <a:xfrm>
            <a:off x="6553032" y="4217852"/>
            <a:ext cx="2389067" cy="925737"/>
            <a:chOff x="6917201" y="0"/>
            <a:chExt cx="2227776" cy="863400"/>
          </a:xfrm>
        </p:grpSpPr>
        <p:sp>
          <p:nvSpPr>
            <p:cNvPr id="27" name="Google Shape;27;p8"/>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8"/>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8"/>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 name="Google Shape;30;p8"/>
          <p:cNvGrpSpPr/>
          <p:nvPr/>
        </p:nvGrpSpPr>
        <p:grpSpPr>
          <a:xfrm>
            <a:off x="199149" y="4055652"/>
            <a:ext cx="2795413" cy="1083308"/>
            <a:chOff x="6917201" y="0"/>
            <a:chExt cx="2227776" cy="863400"/>
          </a:xfrm>
        </p:grpSpPr>
        <p:sp>
          <p:nvSpPr>
            <p:cNvPr id="31" name="Google Shape;31;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 name="Google Shape;34;p8"/>
          <p:cNvSpPr txBox="1"/>
          <p:nvPr>
            <p:ph type="ctrTitle"/>
          </p:nvPr>
        </p:nvSpPr>
        <p:spPr>
          <a:xfrm>
            <a:off x="1858703" y="1822833"/>
            <a:ext cx="5361300" cy="1448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35" name="Google Shape;35;p8"/>
          <p:cNvSpPr txBox="1"/>
          <p:nvPr>
            <p:ph idx="1" type="subTitle"/>
          </p:nvPr>
        </p:nvSpPr>
        <p:spPr>
          <a:xfrm>
            <a:off x="1858700" y="3413158"/>
            <a:ext cx="5361300" cy="52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8"/>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37" name="Shape 37"/>
        <p:cNvGrpSpPr/>
        <p:nvPr/>
      </p:nvGrpSpPr>
      <p:grpSpPr>
        <a:xfrm>
          <a:off x="0" y="0"/>
          <a:ext cx="0" cy="0"/>
          <a:chOff x="0" y="0"/>
          <a:chExt cx="0" cy="0"/>
        </a:xfrm>
      </p:grpSpPr>
      <p:sp>
        <p:nvSpPr>
          <p:cNvPr id="38" name="Google Shape;38;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9"/>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2" name="Google Shape;42;p9"/>
          <p:cNvSpPr txBox="1"/>
          <p:nvPr>
            <p:ph idx="1" type="body"/>
          </p:nvPr>
        </p:nvSpPr>
        <p:spPr>
          <a:xfrm>
            <a:off x="819150" y="1990725"/>
            <a:ext cx="75057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3" name="Google Shape;43;p9"/>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44" name="Shape 44"/>
        <p:cNvGrpSpPr/>
        <p:nvPr/>
      </p:nvGrpSpPr>
      <p:grpSpPr>
        <a:xfrm>
          <a:off x="0" y="0"/>
          <a:ext cx="0" cy="0"/>
          <a:chOff x="0" y="0"/>
          <a:chExt cx="0" cy="0"/>
        </a:xfrm>
      </p:grpSpPr>
      <p:sp>
        <p:nvSpPr>
          <p:cNvPr id="45" name="Google Shape;45;p10"/>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6" name="Google Shape;46;p10"/>
          <p:cNvGrpSpPr/>
          <p:nvPr/>
        </p:nvGrpSpPr>
        <p:grpSpPr>
          <a:xfrm>
            <a:off x="5594191" y="3961115"/>
            <a:ext cx="2910144" cy="1182340"/>
            <a:chOff x="6917201" y="0"/>
            <a:chExt cx="2227776" cy="863400"/>
          </a:xfrm>
        </p:grpSpPr>
        <p:sp>
          <p:nvSpPr>
            <p:cNvPr id="47" name="Google Shape;47;p10"/>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10"/>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0"/>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 name="Google Shape;50;p10"/>
          <p:cNvGrpSpPr/>
          <p:nvPr/>
        </p:nvGrpSpPr>
        <p:grpSpPr>
          <a:xfrm>
            <a:off x="199149" y="2"/>
            <a:ext cx="2795413" cy="1083308"/>
            <a:chOff x="6917201" y="0"/>
            <a:chExt cx="2227776" cy="863400"/>
          </a:xfrm>
        </p:grpSpPr>
        <p:sp>
          <p:nvSpPr>
            <p:cNvPr id="51" name="Google Shape;51;p10"/>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0"/>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10"/>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 name="Google Shape;54;p10"/>
          <p:cNvSpPr txBox="1"/>
          <p:nvPr>
            <p:ph type="title"/>
          </p:nvPr>
        </p:nvSpPr>
        <p:spPr>
          <a:xfrm>
            <a:off x="1888684" y="1746100"/>
            <a:ext cx="5377500" cy="1646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2"/>
              </a:buClr>
              <a:buSzPts val="3200"/>
              <a:buNone/>
              <a:defRPr sz="3200">
                <a:solidFill>
                  <a:schemeClr val="dk2"/>
                </a:solidFill>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p:txBody>
      </p:sp>
      <p:sp>
        <p:nvSpPr>
          <p:cNvPr id="55" name="Google Shape;55;p10"/>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11"/>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1"/>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1"/>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11"/>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1" name="Google Shape;61;p11"/>
          <p:cNvSpPr txBox="1"/>
          <p:nvPr>
            <p:ph idx="1" type="body"/>
          </p:nvPr>
        </p:nvSpPr>
        <p:spPr>
          <a:xfrm>
            <a:off x="819150" y="1990725"/>
            <a:ext cx="36861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2" name="Google Shape;62;p11"/>
          <p:cNvSpPr txBox="1"/>
          <p:nvPr>
            <p:ph idx="2" type="body"/>
          </p:nvPr>
        </p:nvSpPr>
        <p:spPr>
          <a:xfrm>
            <a:off x="4638675" y="1990725"/>
            <a:ext cx="36861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3" name="Google Shape;63;p1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12"/>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2"/>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2"/>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2"/>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9" name="Google Shape;69;p12"/>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13"/>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3"/>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3"/>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3"/>
          <p:cNvSpPr txBox="1"/>
          <p:nvPr>
            <p:ph type="title"/>
          </p:nvPr>
        </p:nvSpPr>
        <p:spPr>
          <a:xfrm>
            <a:off x="819150" y="845600"/>
            <a:ext cx="3709200" cy="1383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75" name="Google Shape;75;p13"/>
          <p:cNvSpPr txBox="1"/>
          <p:nvPr>
            <p:ph idx="1" type="body"/>
          </p:nvPr>
        </p:nvSpPr>
        <p:spPr>
          <a:xfrm>
            <a:off x="830700" y="2319050"/>
            <a:ext cx="3709200" cy="21198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6" name="Google Shape;76;p13"/>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14"/>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4"/>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0" name="Google Shape;80;p14"/>
          <p:cNvGrpSpPr/>
          <p:nvPr/>
        </p:nvGrpSpPr>
        <p:grpSpPr>
          <a:xfrm>
            <a:off x="255991" y="-118"/>
            <a:ext cx="2251347" cy="1043408"/>
            <a:chOff x="3961956" y="4383950"/>
            <a:chExt cx="1160548" cy="548700"/>
          </a:xfrm>
        </p:grpSpPr>
        <p:sp>
          <p:nvSpPr>
            <p:cNvPr id="81" name="Google Shape;81;p14"/>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4"/>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4"/>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4" name="Google Shape;84;p1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5" name="Google Shape;85;p14"/>
          <p:cNvGrpSpPr/>
          <p:nvPr/>
        </p:nvGrpSpPr>
        <p:grpSpPr>
          <a:xfrm>
            <a:off x="34934" y="4522125"/>
            <a:ext cx="1593305" cy="617072"/>
            <a:chOff x="6917201" y="0"/>
            <a:chExt cx="2227776" cy="863400"/>
          </a:xfrm>
        </p:grpSpPr>
        <p:sp>
          <p:nvSpPr>
            <p:cNvPr id="86" name="Google Shape;86;p14"/>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4"/>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4"/>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9" name="Google Shape;89;p14"/>
          <p:cNvGrpSpPr/>
          <p:nvPr/>
        </p:nvGrpSpPr>
        <p:grpSpPr>
          <a:xfrm>
            <a:off x="5886353" y="1243"/>
            <a:ext cx="3257454" cy="1261514"/>
            <a:chOff x="6917201" y="0"/>
            <a:chExt cx="2227776" cy="863400"/>
          </a:xfrm>
        </p:grpSpPr>
        <p:sp>
          <p:nvSpPr>
            <p:cNvPr id="90" name="Google Shape;90;p14"/>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14"/>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4"/>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3" name="Google Shape;93;p14"/>
          <p:cNvSpPr txBox="1"/>
          <p:nvPr>
            <p:ph type="title"/>
          </p:nvPr>
        </p:nvSpPr>
        <p:spPr>
          <a:xfrm>
            <a:off x="1393929" y="1301146"/>
            <a:ext cx="6366900" cy="25392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200"/>
              <a:buNone/>
              <a:defRPr sz="32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94" name="Google Shape;94;p14"/>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1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15"/>
          <p:cNvSpPr txBox="1"/>
          <p:nvPr>
            <p:ph type="title"/>
          </p:nvPr>
        </p:nvSpPr>
        <p:spPr>
          <a:xfrm>
            <a:off x="819150" y="845600"/>
            <a:ext cx="6424200" cy="705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0" name="Google Shape;100;p15"/>
          <p:cNvSpPr txBox="1"/>
          <p:nvPr>
            <p:ph idx="1" type="subTitle"/>
          </p:nvPr>
        </p:nvSpPr>
        <p:spPr>
          <a:xfrm>
            <a:off x="819150" y="1550700"/>
            <a:ext cx="5859900" cy="39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15"/>
          <p:cNvSpPr txBox="1"/>
          <p:nvPr>
            <p:ph idx="2" type="body"/>
          </p:nvPr>
        </p:nvSpPr>
        <p:spPr>
          <a:xfrm>
            <a:off x="819150" y="2467050"/>
            <a:ext cx="5859900" cy="209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02" name="Google Shape;102;p15"/>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6"/>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6"/>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16"/>
          <p:cNvSpPr txBox="1"/>
          <p:nvPr>
            <p:ph idx="1" type="body"/>
          </p:nvPr>
        </p:nvSpPr>
        <p:spPr>
          <a:xfrm>
            <a:off x="328025" y="4163500"/>
            <a:ext cx="7415100" cy="605100"/>
          </a:xfrm>
          <a:prstGeom prst="rect">
            <a:avLst/>
          </a:prstGeom>
          <a:noFill/>
          <a:ln>
            <a:noFill/>
          </a:ln>
        </p:spPr>
        <p:txBody>
          <a:bodyPr anchorCtr="0" anchor="b"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108" name="Google Shape;108;p16"/>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7"/>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1" name="Google Shape;111;p17"/>
          <p:cNvGrpSpPr/>
          <p:nvPr/>
        </p:nvGrpSpPr>
        <p:grpSpPr>
          <a:xfrm>
            <a:off x="5959222" y="4119576"/>
            <a:ext cx="2520951" cy="1024165"/>
            <a:chOff x="6917201" y="0"/>
            <a:chExt cx="2227776" cy="863400"/>
          </a:xfrm>
        </p:grpSpPr>
        <p:sp>
          <p:nvSpPr>
            <p:cNvPr id="112" name="Google Shape;112;p17"/>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7"/>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7"/>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5" name="Google Shape;115;p17"/>
          <p:cNvGrpSpPr/>
          <p:nvPr/>
        </p:nvGrpSpPr>
        <p:grpSpPr>
          <a:xfrm>
            <a:off x="199149" y="2"/>
            <a:ext cx="2795413" cy="1083308"/>
            <a:chOff x="6917201" y="0"/>
            <a:chExt cx="2227776" cy="863400"/>
          </a:xfrm>
        </p:grpSpPr>
        <p:sp>
          <p:nvSpPr>
            <p:cNvPr id="116" name="Google Shape;116;p17"/>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7"/>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7"/>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9" name="Google Shape;119;p17"/>
          <p:cNvSpPr txBox="1"/>
          <p:nvPr>
            <p:ph hasCustomPrompt="1" type="title"/>
          </p:nvPr>
        </p:nvSpPr>
        <p:spPr>
          <a:xfrm>
            <a:off x="1385850" y="1383850"/>
            <a:ext cx="6372300" cy="13797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2"/>
              </a:buClr>
              <a:buSzPts val="8600"/>
              <a:buNone/>
              <a:defRPr sz="8600">
                <a:solidFill>
                  <a:schemeClr val="dk2"/>
                </a:solidFill>
              </a:defRPr>
            </a:lvl1pPr>
            <a:lvl2pPr lvl="1" algn="ctr">
              <a:lnSpc>
                <a:spcPct val="100000"/>
              </a:lnSpc>
              <a:spcBef>
                <a:spcPts val="0"/>
              </a:spcBef>
              <a:spcAft>
                <a:spcPts val="0"/>
              </a:spcAft>
              <a:buClr>
                <a:schemeClr val="dk2"/>
              </a:buClr>
              <a:buSzPts val="8600"/>
              <a:buNone/>
              <a:defRPr sz="8600">
                <a:solidFill>
                  <a:schemeClr val="dk2"/>
                </a:solidFill>
              </a:defRPr>
            </a:lvl2pPr>
            <a:lvl3pPr lvl="2" algn="ctr">
              <a:lnSpc>
                <a:spcPct val="100000"/>
              </a:lnSpc>
              <a:spcBef>
                <a:spcPts val="0"/>
              </a:spcBef>
              <a:spcAft>
                <a:spcPts val="0"/>
              </a:spcAft>
              <a:buClr>
                <a:schemeClr val="dk2"/>
              </a:buClr>
              <a:buSzPts val="8600"/>
              <a:buNone/>
              <a:defRPr sz="8600">
                <a:solidFill>
                  <a:schemeClr val="dk2"/>
                </a:solidFill>
              </a:defRPr>
            </a:lvl3pPr>
            <a:lvl4pPr lvl="3" algn="ctr">
              <a:lnSpc>
                <a:spcPct val="100000"/>
              </a:lnSpc>
              <a:spcBef>
                <a:spcPts val="0"/>
              </a:spcBef>
              <a:spcAft>
                <a:spcPts val="0"/>
              </a:spcAft>
              <a:buClr>
                <a:schemeClr val="dk2"/>
              </a:buClr>
              <a:buSzPts val="8600"/>
              <a:buNone/>
              <a:defRPr sz="8600">
                <a:solidFill>
                  <a:schemeClr val="dk2"/>
                </a:solidFill>
              </a:defRPr>
            </a:lvl4pPr>
            <a:lvl5pPr lvl="4" algn="ctr">
              <a:lnSpc>
                <a:spcPct val="100000"/>
              </a:lnSpc>
              <a:spcBef>
                <a:spcPts val="0"/>
              </a:spcBef>
              <a:spcAft>
                <a:spcPts val="0"/>
              </a:spcAft>
              <a:buClr>
                <a:schemeClr val="dk2"/>
              </a:buClr>
              <a:buSzPts val="8600"/>
              <a:buNone/>
              <a:defRPr sz="8600">
                <a:solidFill>
                  <a:schemeClr val="dk2"/>
                </a:solidFill>
              </a:defRPr>
            </a:lvl5pPr>
            <a:lvl6pPr lvl="5" algn="ctr">
              <a:lnSpc>
                <a:spcPct val="100000"/>
              </a:lnSpc>
              <a:spcBef>
                <a:spcPts val="0"/>
              </a:spcBef>
              <a:spcAft>
                <a:spcPts val="0"/>
              </a:spcAft>
              <a:buClr>
                <a:schemeClr val="dk2"/>
              </a:buClr>
              <a:buSzPts val="8600"/>
              <a:buNone/>
              <a:defRPr sz="8600">
                <a:solidFill>
                  <a:schemeClr val="dk2"/>
                </a:solidFill>
              </a:defRPr>
            </a:lvl6pPr>
            <a:lvl7pPr lvl="6" algn="ctr">
              <a:lnSpc>
                <a:spcPct val="100000"/>
              </a:lnSpc>
              <a:spcBef>
                <a:spcPts val="0"/>
              </a:spcBef>
              <a:spcAft>
                <a:spcPts val="0"/>
              </a:spcAft>
              <a:buClr>
                <a:schemeClr val="dk2"/>
              </a:buClr>
              <a:buSzPts val="8600"/>
              <a:buNone/>
              <a:defRPr sz="8600">
                <a:solidFill>
                  <a:schemeClr val="dk2"/>
                </a:solidFill>
              </a:defRPr>
            </a:lvl7pPr>
            <a:lvl8pPr lvl="7" algn="ctr">
              <a:lnSpc>
                <a:spcPct val="100000"/>
              </a:lnSpc>
              <a:spcBef>
                <a:spcPts val="0"/>
              </a:spcBef>
              <a:spcAft>
                <a:spcPts val="0"/>
              </a:spcAft>
              <a:buClr>
                <a:schemeClr val="dk2"/>
              </a:buClr>
              <a:buSzPts val="8600"/>
              <a:buNone/>
              <a:defRPr sz="8600">
                <a:solidFill>
                  <a:schemeClr val="dk2"/>
                </a:solidFill>
              </a:defRPr>
            </a:lvl8pPr>
            <a:lvl9pPr lvl="8" algn="ctr">
              <a:lnSpc>
                <a:spcPct val="100000"/>
              </a:lnSpc>
              <a:spcBef>
                <a:spcPts val="0"/>
              </a:spcBef>
              <a:spcAft>
                <a:spcPts val="0"/>
              </a:spcAft>
              <a:buClr>
                <a:schemeClr val="dk2"/>
              </a:buClr>
              <a:buSzPts val="8600"/>
              <a:buNone/>
              <a:defRPr sz="8600">
                <a:solidFill>
                  <a:schemeClr val="dk2"/>
                </a:solidFill>
              </a:defRPr>
            </a:lvl9pPr>
          </a:lstStyle>
          <a:p>
            <a:r>
              <a:t>xx%</a:t>
            </a:r>
          </a:p>
        </p:txBody>
      </p:sp>
      <p:sp>
        <p:nvSpPr>
          <p:cNvPr id="120" name="Google Shape;120;p17"/>
          <p:cNvSpPr txBox="1"/>
          <p:nvPr>
            <p:ph idx="1" type="body"/>
          </p:nvPr>
        </p:nvSpPr>
        <p:spPr>
          <a:xfrm>
            <a:off x="1385850" y="2863850"/>
            <a:ext cx="6372300" cy="641100"/>
          </a:xfrm>
          <a:prstGeom prst="rect">
            <a:avLst/>
          </a:prstGeom>
          <a:noFill/>
          <a:ln>
            <a:noFill/>
          </a:ln>
        </p:spPr>
        <p:txBody>
          <a:bodyPr anchorCtr="0" anchor="t" bIns="91425" lIns="91425" spcFirstLastPara="1" rIns="91425" wrap="square" tIns="91425">
            <a:normAutofit/>
          </a:bodyPr>
          <a:lstStyle>
            <a:lvl1pPr indent="-311150" lvl="0" marL="457200" algn="ctr">
              <a:lnSpc>
                <a:spcPct val="115000"/>
              </a:lnSpc>
              <a:spcBef>
                <a:spcPts val="0"/>
              </a:spcBef>
              <a:spcAft>
                <a:spcPts val="0"/>
              </a:spcAft>
              <a:buSzPts val="1300"/>
              <a:buChar char="●"/>
              <a:defRPr/>
            </a:lvl1pPr>
            <a:lvl2pPr indent="-298450" lvl="1" marL="914400" algn="ctr">
              <a:lnSpc>
                <a:spcPct val="115000"/>
              </a:lnSpc>
              <a:spcBef>
                <a:spcPts val="0"/>
              </a:spcBef>
              <a:spcAft>
                <a:spcPts val="0"/>
              </a:spcAft>
              <a:buSzPts val="1100"/>
              <a:buChar char="○"/>
              <a:defRPr/>
            </a:lvl2pPr>
            <a:lvl3pPr indent="-298450" lvl="2" marL="1371600" algn="ctr">
              <a:lnSpc>
                <a:spcPct val="115000"/>
              </a:lnSpc>
              <a:spcBef>
                <a:spcPts val="0"/>
              </a:spcBef>
              <a:spcAft>
                <a:spcPts val="0"/>
              </a:spcAft>
              <a:buSzPts val="1100"/>
              <a:buChar char="■"/>
              <a:defRPr/>
            </a:lvl3pPr>
            <a:lvl4pPr indent="-298450" lvl="3" marL="1828800" algn="ctr">
              <a:lnSpc>
                <a:spcPct val="115000"/>
              </a:lnSpc>
              <a:spcBef>
                <a:spcPts val="0"/>
              </a:spcBef>
              <a:spcAft>
                <a:spcPts val="0"/>
              </a:spcAft>
              <a:buSzPts val="1100"/>
              <a:buChar char="●"/>
              <a:defRPr/>
            </a:lvl4pPr>
            <a:lvl5pPr indent="-298450" lvl="4" marL="2286000" algn="ctr">
              <a:lnSpc>
                <a:spcPct val="115000"/>
              </a:lnSpc>
              <a:spcBef>
                <a:spcPts val="0"/>
              </a:spcBef>
              <a:spcAft>
                <a:spcPts val="0"/>
              </a:spcAft>
              <a:buSzPts val="1100"/>
              <a:buChar char="○"/>
              <a:defRPr/>
            </a:lvl5pPr>
            <a:lvl6pPr indent="-298450" lvl="5" marL="2743200" algn="ctr">
              <a:lnSpc>
                <a:spcPct val="115000"/>
              </a:lnSpc>
              <a:spcBef>
                <a:spcPts val="0"/>
              </a:spcBef>
              <a:spcAft>
                <a:spcPts val="0"/>
              </a:spcAft>
              <a:buSzPts val="1100"/>
              <a:buChar char="■"/>
              <a:defRPr/>
            </a:lvl6pPr>
            <a:lvl7pPr indent="-298450" lvl="6" marL="3200400" algn="ctr">
              <a:lnSpc>
                <a:spcPct val="115000"/>
              </a:lnSpc>
              <a:spcBef>
                <a:spcPts val="0"/>
              </a:spcBef>
              <a:spcAft>
                <a:spcPts val="0"/>
              </a:spcAft>
              <a:buSzPts val="1100"/>
              <a:buChar char="●"/>
              <a:defRPr/>
            </a:lvl7pPr>
            <a:lvl8pPr indent="-298450" lvl="7" marL="3657600" algn="ctr">
              <a:lnSpc>
                <a:spcPct val="115000"/>
              </a:lnSpc>
              <a:spcBef>
                <a:spcPts val="0"/>
              </a:spcBef>
              <a:spcAft>
                <a:spcPts val="0"/>
              </a:spcAft>
              <a:buSzPts val="1100"/>
              <a:buChar char="○"/>
              <a:defRPr/>
            </a:lvl8pPr>
            <a:lvl9pPr indent="-298450" lvl="8" marL="4114800" algn="ctr">
              <a:lnSpc>
                <a:spcPct val="115000"/>
              </a:lnSpc>
              <a:spcBef>
                <a:spcPts val="0"/>
              </a:spcBef>
              <a:spcAft>
                <a:spcPts val="0"/>
              </a:spcAft>
              <a:buSzPts val="1100"/>
              <a:buChar char="■"/>
              <a:defRPr/>
            </a:lvl9pPr>
          </a:lstStyle>
          <a:p/>
        </p:txBody>
      </p:sp>
      <p:sp>
        <p:nvSpPr>
          <p:cNvPr id="121" name="Google Shape;121;p17"/>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8"/>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1pPr>
            <a:lvl2pPr lvl="1"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2pPr>
            <a:lvl3pPr lvl="2"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3pPr>
            <a:lvl4pPr lvl="3"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4pPr>
            <a:lvl5pPr lvl="4"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5pPr>
            <a:lvl6pPr lvl="5"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6pPr>
            <a:lvl7pPr lvl="6"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7pPr>
            <a:lvl8pPr lvl="7"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8pPr>
            <a:lvl9pPr lvl="8"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9pPr>
          </a:lstStyle>
          <a:p/>
        </p:txBody>
      </p:sp>
      <p:sp>
        <p:nvSpPr>
          <p:cNvPr id="7" name="Google Shape;7;p7"/>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dk2"/>
              </a:buClr>
              <a:buSzPts val="1300"/>
              <a:buFont typeface="Calibri"/>
              <a:buChar char="●"/>
              <a:defRPr b="0" i="0" sz="1300" u="none" cap="none" strike="noStrike">
                <a:solidFill>
                  <a:schemeClr val="dk2"/>
                </a:solidFill>
                <a:latin typeface="Calibri"/>
                <a:ea typeface="Calibri"/>
                <a:cs typeface="Calibri"/>
                <a:sym typeface="Calibri"/>
              </a:defRPr>
            </a:lvl1pPr>
            <a:lvl2pPr indent="-298450" lvl="1" marL="9144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2pPr>
            <a:lvl3pPr indent="-298450" lvl="2" marL="13716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3pPr>
            <a:lvl4pPr indent="-298450" lvl="3" marL="18288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4pPr>
            <a:lvl5pPr indent="-298450" lvl="4" marL="22860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5pPr>
            <a:lvl6pPr indent="-298450" lvl="5" marL="27432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6pPr>
            <a:lvl7pPr indent="-298450" lvl="6" marL="32004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7pPr>
            <a:lvl8pPr indent="-298450" lvl="7" marL="36576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8pPr>
            <a:lvl9pPr indent="-298450" lvl="8" marL="41148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9pPr>
          </a:lstStyle>
          <a:p/>
        </p:txBody>
      </p:sp>
      <p:sp>
        <p:nvSpPr>
          <p:cNvPr id="8" name="Google Shape;8;p7"/>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hyperlink" Target="http://www.youtube.com/watch?v=5z3Xo4C_Ibw" TargetMode="External"/><Relationship Id="rId5"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www.youtube.com/watch?v=Mvm0y1Qr_JQ" TargetMode="External"/><Relationship Id="rId4" Type="http://schemas.openxmlformats.org/officeDocument/2006/relationships/image" Target="../media/image1.jp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www.youtube.com/watch?v=mHpGMBdiTO8" TargetMode="External"/><Relationship Id="rId4" Type="http://schemas.openxmlformats.org/officeDocument/2006/relationships/image" Target="../media/image2.jp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ordwall.net/resource/24784682/math/subtraction-on-the-number-line-quiz" TargetMode="Externa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
          <p:cNvSpPr txBox="1"/>
          <p:nvPr>
            <p:ph type="ctrTitle"/>
          </p:nvPr>
        </p:nvSpPr>
        <p:spPr>
          <a:xfrm>
            <a:off x="1891353" y="856283"/>
            <a:ext cx="5361300" cy="14481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800"/>
              <a:buNone/>
            </a:pPr>
            <a:r>
              <a:rPr lang="en-GB"/>
              <a:t>Maths Daily Practice</a:t>
            </a:r>
            <a:endParaRPr/>
          </a:p>
          <a:p>
            <a:pPr indent="0" lvl="0" marL="0" rtl="0" algn="ctr">
              <a:lnSpc>
                <a:spcPct val="100000"/>
              </a:lnSpc>
              <a:spcBef>
                <a:spcPts val="0"/>
              </a:spcBef>
              <a:spcAft>
                <a:spcPts val="0"/>
              </a:spcAft>
              <a:buSzPts val="3800"/>
              <a:buNone/>
            </a:pPr>
            <a:r>
              <a:rPr lang="en-GB">
                <a:solidFill>
                  <a:srgbClr val="000000"/>
                </a:solidFill>
              </a:rPr>
              <a:t>Grade 1 - Week 6</a:t>
            </a:r>
            <a:endParaRPr/>
          </a:p>
        </p:txBody>
      </p:sp>
      <p:sp>
        <p:nvSpPr>
          <p:cNvPr id="129" name="Google Shape;129;p1"/>
          <p:cNvSpPr txBox="1"/>
          <p:nvPr>
            <p:ph idx="1" type="subTitle"/>
          </p:nvPr>
        </p:nvSpPr>
        <p:spPr>
          <a:xfrm>
            <a:off x="920525" y="2410625"/>
            <a:ext cx="7076700" cy="1525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688"/>
              <a:buNone/>
            </a:pPr>
            <a:r>
              <a:rPr lang="en-GB" sz="2100"/>
              <a:t>Complete this work in a notebook at home. This is not mandatory homework.</a:t>
            </a:r>
            <a:endParaRPr sz="2100"/>
          </a:p>
          <a:p>
            <a:pPr indent="0" lvl="0" marL="0" rtl="0" algn="ctr">
              <a:lnSpc>
                <a:spcPct val="100000"/>
              </a:lnSpc>
              <a:spcBef>
                <a:spcPts val="0"/>
              </a:spcBef>
              <a:spcAft>
                <a:spcPts val="0"/>
              </a:spcAft>
              <a:buSzPts val="688"/>
              <a:buNone/>
            </a:pPr>
            <a:r>
              <a:rPr lang="en-GB" sz="2100"/>
              <a:t>Therefore, it does not need bringing into school. This is optional practice to support the learning taking place in school.</a:t>
            </a:r>
            <a:endParaRPr sz="2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
          <p:cNvSpPr txBox="1"/>
          <p:nvPr>
            <p:ph type="title"/>
          </p:nvPr>
        </p:nvSpPr>
        <p:spPr>
          <a:xfrm>
            <a:off x="301325" y="327800"/>
            <a:ext cx="7505700" cy="954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Daily practice 1</a:t>
            </a:r>
            <a:endParaRPr/>
          </a:p>
          <a:p>
            <a:pPr indent="0" lvl="0" marL="0" rtl="0" algn="l">
              <a:lnSpc>
                <a:spcPct val="100000"/>
              </a:lnSpc>
              <a:spcBef>
                <a:spcPts val="0"/>
              </a:spcBef>
              <a:spcAft>
                <a:spcPts val="0"/>
              </a:spcAft>
              <a:buSzPct val="111111"/>
              <a:buNone/>
            </a:pPr>
            <a:r>
              <a:rPr lang="en-GB"/>
              <a:t>Number Bonds up to 20</a:t>
            </a:r>
            <a:endParaRPr/>
          </a:p>
        </p:txBody>
      </p:sp>
      <p:sp>
        <p:nvSpPr>
          <p:cNvPr id="135" name="Google Shape;135;p2"/>
          <p:cNvSpPr txBox="1"/>
          <p:nvPr>
            <p:ph idx="1" type="body"/>
          </p:nvPr>
        </p:nvSpPr>
        <p:spPr>
          <a:xfrm>
            <a:off x="301325" y="1438400"/>
            <a:ext cx="4157400" cy="244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300"/>
              <a:buNone/>
            </a:pPr>
            <a:r>
              <a:rPr lang="en-GB" sz="1600"/>
              <a:t>Complete the part-whole models by writing the correct numbers in the spaces. Then, write the sum.</a:t>
            </a:r>
            <a:endParaRPr sz="1800"/>
          </a:p>
        </p:txBody>
      </p:sp>
      <p:pic>
        <p:nvPicPr>
          <p:cNvPr id="136" name="Google Shape;136;p2"/>
          <p:cNvPicPr preferRelativeResize="0"/>
          <p:nvPr/>
        </p:nvPicPr>
        <p:blipFill>
          <a:blip r:embed="rId3">
            <a:alphaModFix/>
          </a:blip>
          <a:stretch>
            <a:fillRect/>
          </a:stretch>
        </p:blipFill>
        <p:spPr>
          <a:xfrm>
            <a:off x="4350188" y="245625"/>
            <a:ext cx="4644737" cy="4652249"/>
          </a:xfrm>
          <a:prstGeom prst="rect">
            <a:avLst/>
          </a:prstGeom>
          <a:noFill/>
          <a:ln>
            <a:noFill/>
          </a:ln>
        </p:spPr>
      </p:pic>
      <p:pic>
        <p:nvPicPr>
          <p:cNvPr descr="CREDITS&#10;Animation &amp; Design: Corne Harteveld&#10;Narration: Tatum Rijper&#10;Script: Sasha-Lee Heekes&#10;&#10;#kidslearning #kidsvideo #counting #maths #numbers #numberbonds #master #maths &#10;#teachers #primaryschool #education &#10;&#10;SUPPORT US ON PATREON&#10;https://www.patreon.com/fuseschool&#10;&#10;SUBSCRIBE to the FuseSchool Kids YouTube channel for many more educational videos. Our teachers and animators come together to make fun &amp; easy-to-understand videos in Maths &amp; Science.&#10;&#10;VISIT us at www.fuseschool.org, where all of our videos are carefully organised into topics and specific orders, and to see what else we have on offer. Comment, like and share with other learners. You can both ask and answer questions, and teachers will get back to you.&#10;&#10;These videos can be used in a flipped classroom model or as a revision aid. &#10;&#10;Instagram: https://www.instagram.com/fuseschool/&#10;Facebook: https://www.facebook.com/fuseschool/&#10;Twitter: https://twitter.com/fuseSchool&#10;&#10;Access a deeper Learning Experience in the FuseSchool platform and app: www.fuseschool.org&#10;Follow us: http://www.youtube.com/fuseschool&#10;Befriend us: http://www.facebook.com/fuseschool&#10;&#10;If you are interested in using our video, please contact us: info@fuseschool.org" id="137" name="Google Shape;137;p2" title="Number Bonds to 20 | Numbers | Maths | FuseSchool Kids">
            <a:hlinkClick r:id="rId4"/>
          </p:cNvPr>
          <p:cNvPicPr preferRelativeResize="0"/>
          <p:nvPr/>
        </p:nvPicPr>
        <p:blipFill>
          <a:blip r:embed="rId5">
            <a:alphaModFix/>
          </a:blip>
          <a:stretch>
            <a:fillRect/>
          </a:stretch>
        </p:blipFill>
        <p:spPr>
          <a:xfrm>
            <a:off x="301325" y="2661050"/>
            <a:ext cx="3881375" cy="2183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1000"/>
                                        <p:tgtEl>
                                          <p:spTgt spid="1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
          <p:cNvSpPr txBox="1"/>
          <p:nvPr>
            <p:ph type="title"/>
          </p:nvPr>
        </p:nvSpPr>
        <p:spPr>
          <a:xfrm>
            <a:off x="301325" y="327800"/>
            <a:ext cx="7505700" cy="954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Daily practice 2</a:t>
            </a:r>
            <a:endParaRPr/>
          </a:p>
          <a:p>
            <a:pPr indent="0" lvl="0" marL="0" rtl="0" algn="l">
              <a:lnSpc>
                <a:spcPct val="100000"/>
              </a:lnSpc>
              <a:spcBef>
                <a:spcPts val="0"/>
              </a:spcBef>
              <a:spcAft>
                <a:spcPts val="0"/>
              </a:spcAft>
              <a:buSzPct val="111111"/>
              <a:buNone/>
            </a:pPr>
            <a:r>
              <a:rPr lang="en-GB">
                <a:solidFill>
                  <a:schemeClr val="dk2"/>
                </a:solidFill>
              </a:rPr>
              <a:t>Missing Number</a:t>
            </a:r>
            <a:endParaRPr>
              <a:solidFill>
                <a:schemeClr val="dk2"/>
              </a:solidFill>
            </a:endParaRPr>
          </a:p>
          <a:p>
            <a:pPr indent="0" lvl="0" marL="0" rtl="0" algn="l">
              <a:lnSpc>
                <a:spcPct val="100000"/>
              </a:lnSpc>
              <a:spcBef>
                <a:spcPts val="0"/>
              </a:spcBef>
              <a:spcAft>
                <a:spcPts val="0"/>
              </a:spcAft>
              <a:buSzPct val="111111"/>
              <a:buNone/>
            </a:pPr>
            <a:r>
              <a:rPr lang="en-GB">
                <a:solidFill>
                  <a:schemeClr val="dk2"/>
                </a:solidFill>
              </a:rPr>
              <a:t>Subtraction</a:t>
            </a:r>
            <a:endParaRPr>
              <a:solidFill>
                <a:schemeClr val="dk2"/>
              </a:solidFill>
            </a:endParaRPr>
          </a:p>
        </p:txBody>
      </p:sp>
      <p:pic>
        <p:nvPicPr>
          <p:cNvPr descr="This movie introduces the concept of finding a missing part. Using both addition and subtraction are discussed, as well as drawing pictures to match a story problem.&#10;&#10;TEACHERS! Check out my TPT store for accompanying resources: https://www.teacherspayteachers.com/Product/1st-Grade-1OAB4-Differentiated-Missing-Addend-Activity-Part-Part-Whole-1770487&#10;&#10;TEACHERS! For accompanying resources, check out my TPT store here! &#10;https://www.teacherspayteachers.com/Store/Teaching-Without-Frills&#10;&#10;Do you enjoy my free videos and want to say &quot;thanks!&quot;? Become a patron to show your support and help create more resources in the future! https://www.patreon.com/TeachingWithoutFrills" id="143" name="Google Shape;143;p3" title="Missing Addends: Finding a Missing Part for Kids">
            <a:hlinkClick r:id="rId3"/>
          </p:cNvPr>
          <p:cNvPicPr preferRelativeResize="0"/>
          <p:nvPr/>
        </p:nvPicPr>
        <p:blipFill rotWithShape="1">
          <a:blip r:embed="rId4">
            <a:alphaModFix/>
          </a:blip>
          <a:srcRect b="0" l="0" r="0" t="0"/>
          <a:stretch/>
        </p:blipFill>
        <p:spPr>
          <a:xfrm>
            <a:off x="301325" y="2721325"/>
            <a:ext cx="3774225" cy="2123000"/>
          </a:xfrm>
          <a:prstGeom prst="rect">
            <a:avLst/>
          </a:prstGeom>
          <a:noFill/>
          <a:ln>
            <a:noFill/>
          </a:ln>
        </p:spPr>
      </p:pic>
      <p:pic>
        <p:nvPicPr>
          <p:cNvPr id="144" name="Google Shape;144;p3"/>
          <p:cNvPicPr preferRelativeResize="0"/>
          <p:nvPr/>
        </p:nvPicPr>
        <p:blipFill>
          <a:blip r:embed="rId5">
            <a:alphaModFix/>
          </a:blip>
          <a:stretch>
            <a:fillRect/>
          </a:stretch>
        </p:blipFill>
        <p:spPr>
          <a:xfrm>
            <a:off x="4849300" y="198087"/>
            <a:ext cx="4062625" cy="4747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1000"/>
                                        <p:tgtEl>
                                          <p:spTgt spid="1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4"/>
          <p:cNvSpPr txBox="1"/>
          <p:nvPr>
            <p:ph type="title"/>
          </p:nvPr>
        </p:nvSpPr>
        <p:spPr>
          <a:xfrm>
            <a:off x="301325" y="327800"/>
            <a:ext cx="7505700" cy="954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Daily practice 3</a:t>
            </a:r>
            <a:endParaRPr/>
          </a:p>
          <a:p>
            <a:pPr indent="0" lvl="0" marL="0" rtl="0" algn="l">
              <a:lnSpc>
                <a:spcPct val="100000"/>
              </a:lnSpc>
              <a:spcBef>
                <a:spcPts val="0"/>
              </a:spcBef>
              <a:spcAft>
                <a:spcPts val="0"/>
              </a:spcAft>
              <a:buSzPct val="111111"/>
              <a:buNone/>
            </a:pPr>
            <a:r>
              <a:rPr lang="en-GB">
                <a:solidFill>
                  <a:schemeClr val="dk2"/>
                </a:solidFill>
              </a:rPr>
              <a:t>Column Subtraction</a:t>
            </a:r>
            <a:endParaRPr>
              <a:solidFill>
                <a:schemeClr val="dk2"/>
              </a:solidFill>
            </a:endParaRPr>
          </a:p>
        </p:txBody>
      </p:sp>
      <p:pic>
        <p:nvPicPr>
          <p:cNvPr descr="As a parent you must have felt it difficult to introduce the concept of 'Subtraction Without Regrouping' to your child. Not any more!&#10;&#10;In this animated Math Story for Kids, Uncle Math introduces 'Subtraction Without Regrouping' to kids in a fun way.&#10;&#10;Our stories for kids also teach 'Social Emotional Learning (SEL)' so that kids who watch grow up to become good citizens one day.&#10;&#10;#subtraction   #kidslearning  #storiesforkids #mathsteacher   #maths #kidslearningfun  #storiesforkidsinenglish    #mathforkids #primaryschool  #homeschooling #homeschoolingforkids &#10;&#10;About Fun2Do Labs:&#10;Fun2Do Labs is a pioneering EdTech startup that is inventing a new space called ‘Transmedia Education. We are creating a ‘transmedia education system’ that can solve the problem of primary education at scale. We believe that the digital school of the future would not be a digital classroom. It will be a digital amusement park.&#10;&#10;We believe that “Math Time is Fun Time!”&#10;&#10;We envision a kid-centered world of education where the education is accessible and affordable, and where kids learn by choice, not by compulsion.&#10;&#10;Connect with us at :&#10;Website: https://fun2dolabs.com/&#10;Pinterest: https://pinterest.com/fun2dolabs&#10;Facebook: https://www.facebook.com/fun2dolabs&#10;Instagram: https://www.instagram.com/fun2dolabs&#10;Twitter: https://twitter.com/fun2dolabs&#10;LinkedIn: https://www.linkedin.com/company/fun2dolabs&#10;&#10;Copyright © 2023 : Fun2Do Labs Private Limited ALL RIGHTS RESERVED." id="150" name="Google Shape;150;p4" title="Math Story : Subtraction Without Regrouping  | Bakers For A Day  | Bed Time Story For Kids">
            <a:hlinkClick r:id="rId3"/>
          </p:cNvPr>
          <p:cNvPicPr preferRelativeResize="0"/>
          <p:nvPr/>
        </p:nvPicPr>
        <p:blipFill>
          <a:blip r:embed="rId4">
            <a:alphaModFix/>
          </a:blip>
          <a:stretch>
            <a:fillRect/>
          </a:stretch>
        </p:blipFill>
        <p:spPr>
          <a:xfrm>
            <a:off x="204200" y="2571750"/>
            <a:ext cx="3941778" cy="2217250"/>
          </a:xfrm>
          <a:prstGeom prst="rect">
            <a:avLst/>
          </a:prstGeom>
          <a:noFill/>
          <a:ln>
            <a:noFill/>
          </a:ln>
        </p:spPr>
      </p:pic>
      <p:pic>
        <p:nvPicPr>
          <p:cNvPr id="151" name="Google Shape;151;p4"/>
          <p:cNvPicPr preferRelativeResize="0"/>
          <p:nvPr/>
        </p:nvPicPr>
        <p:blipFill>
          <a:blip r:embed="rId5">
            <a:alphaModFix/>
          </a:blip>
          <a:stretch>
            <a:fillRect/>
          </a:stretch>
        </p:blipFill>
        <p:spPr>
          <a:xfrm>
            <a:off x="4256504" y="2571750"/>
            <a:ext cx="4555446" cy="2217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1000"/>
                                        <p:tgtEl>
                                          <p:spTgt spid="1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5"/>
          <p:cNvSpPr txBox="1"/>
          <p:nvPr>
            <p:ph type="title"/>
          </p:nvPr>
        </p:nvSpPr>
        <p:spPr>
          <a:xfrm>
            <a:off x="301325" y="327800"/>
            <a:ext cx="7505700" cy="954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Daily practice 4</a:t>
            </a:r>
            <a:endParaRPr/>
          </a:p>
          <a:p>
            <a:pPr indent="0" lvl="0" marL="0" rtl="0" algn="l">
              <a:lnSpc>
                <a:spcPct val="100000"/>
              </a:lnSpc>
              <a:spcBef>
                <a:spcPts val="0"/>
              </a:spcBef>
              <a:spcAft>
                <a:spcPts val="0"/>
              </a:spcAft>
              <a:buSzPct val="111111"/>
              <a:buNone/>
            </a:pPr>
            <a:r>
              <a:rPr lang="en-GB">
                <a:solidFill>
                  <a:schemeClr val="dk2"/>
                </a:solidFill>
              </a:rPr>
              <a:t>Subtraction on a number line - Quiz</a:t>
            </a:r>
            <a:endParaRPr>
              <a:solidFill>
                <a:schemeClr val="dk2"/>
              </a:solidFill>
            </a:endParaRPr>
          </a:p>
        </p:txBody>
      </p:sp>
      <p:sp>
        <p:nvSpPr>
          <p:cNvPr id="157" name="Google Shape;157;p5"/>
          <p:cNvSpPr txBox="1"/>
          <p:nvPr/>
        </p:nvSpPr>
        <p:spPr>
          <a:xfrm>
            <a:off x="707700" y="1697250"/>
            <a:ext cx="48213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900" u="sng">
                <a:solidFill>
                  <a:schemeClr val="hlink"/>
                </a:solidFill>
                <a:hlinkClick r:id="rId3"/>
              </a:rPr>
              <a:t>Subtraction on the Number Line - Quiz</a:t>
            </a:r>
            <a:r>
              <a:rPr lang="en-GB" sz="1900"/>
              <a:t> </a:t>
            </a:r>
            <a:endParaRPr sz="2200"/>
          </a:p>
        </p:txBody>
      </p:sp>
      <p:pic>
        <p:nvPicPr>
          <p:cNvPr id="158" name="Google Shape;158;p5"/>
          <p:cNvPicPr preferRelativeResize="0"/>
          <p:nvPr/>
        </p:nvPicPr>
        <p:blipFill>
          <a:blip r:embed="rId4">
            <a:alphaModFix/>
          </a:blip>
          <a:stretch>
            <a:fillRect/>
          </a:stretch>
        </p:blipFill>
        <p:spPr>
          <a:xfrm>
            <a:off x="1188000" y="2440775"/>
            <a:ext cx="7568126" cy="23086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6"/>
          <p:cNvSpPr txBox="1"/>
          <p:nvPr>
            <p:ph type="title"/>
          </p:nvPr>
        </p:nvSpPr>
        <p:spPr>
          <a:xfrm>
            <a:off x="301325" y="327800"/>
            <a:ext cx="7505700" cy="9546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GB"/>
              <a:t>Daily practice 5</a:t>
            </a:r>
            <a:endParaRPr/>
          </a:p>
          <a:p>
            <a:pPr indent="0" lvl="0" marL="0" rtl="0" algn="l">
              <a:lnSpc>
                <a:spcPct val="100000"/>
              </a:lnSpc>
              <a:spcBef>
                <a:spcPts val="0"/>
              </a:spcBef>
              <a:spcAft>
                <a:spcPts val="0"/>
              </a:spcAft>
              <a:buSzPct val="111111"/>
              <a:buNone/>
            </a:pPr>
            <a:r>
              <a:rPr lang="en-GB">
                <a:solidFill>
                  <a:schemeClr val="dk2"/>
                </a:solidFill>
              </a:rPr>
              <a:t>Subtraction</a:t>
            </a:r>
            <a:endParaRPr>
              <a:solidFill>
                <a:schemeClr val="dk2"/>
              </a:solidFill>
            </a:endParaRPr>
          </a:p>
        </p:txBody>
      </p:sp>
      <p:pic>
        <p:nvPicPr>
          <p:cNvPr id="164" name="Google Shape;164;p6"/>
          <p:cNvPicPr preferRelativeResize="0"/>
          <p:nvPr/>
        </p:nvPicPr>
        <p:blipFill>
          <a:blip r:embed="rId3">
            <a:alphaModFix/>
          </a:blip>
          <a:stretch>
            <a:fillRect/>
          </a:stretch>
        </p:blipFill>
        <p:spPr>
          <a:xfrm>
            <a:off x="4683225" y="209325"/>
            <a:ext cx="4272500" cy="4783275"/>
          </a:xfrm>
          <a:prstGeom prst="rect">
            <a:avLst/>
          </a:prstGeom>
          <a:noFill/>
          <a:ln>
            <a:noFill/>
          </a:ln>
        </p:spPr>
      </p:pic>
      <p:sp>
        <p:nvSpPr>
          <p:cNvPr id="165" name="Google Shape;165;p6"/>
          <p:cNvSpPr txBox="1"/>
          <p:nvPr/>
        </p:nvSpPr>
        <p:spPr>
          <a:xfrm>
            <a:off x="414225" y="1458675"/>
            <a:ext cx="3820200" cy="1640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900">
                <a:solidFill>
                  <a:schemeClr val="dk2"/>
                </a:solidFill>
                <a:latin typeface="Calibri"/>
                <a:ea typeface="Calibri"/>
                <a:cs typeface="Calibri"/>
                <a:sym typeface="Calibri"/>
              </a:rPr>
              <a:t>Each part-whole model has two subtraction sentences. </a:t>
            </a:r>
            <a:endParaRPr sz="1900">
              <a:solidFill>
                <a:schemeClr val="dk2"/>
              </a:solidFill>
              <a:latin typeface="Calibri"/>
              <a:ea typeface="Calibri"/>
              <a:cs typeface="Calibri"/>
              <a:sym typeface="Calibri"/>
            </a:endParaRPr>
          </a:p>
          <a:p>
            <a:pPr indent="0" lvl="0" marL="0" rtl="0" algn="l">
              <a:lnSpc>
                <a:spcPct val="115000"/>
              </a:lnSpc>
              <a:spcBef>
                <a:spcPts val="1200"/>
              </a:spcBef>
              <a:spcAft>
                <a:spcPts val="1200"/>
              </a:spcAft>
              <a:buNone/>
            </a:pPr>
            <a:r>
              <a:rPr lang="en-GB" sz="1900">
                <a:solidFill>
                  <a:schemeClr val="dk2"/>
                </a:solidFill>
                <a:latin typeface="Calibri"/>
                <a:ea typeface="Calibri"/>
                <a:cs typeface="Calibri"/>
                <a:sym typeface="Calibri"/>
              </a:rPr>
              <a:t>Write both subtraction sums for these part-whole models.</a:t>
            </a:r>
            <a:endParaRPr sz="1900">
              <a:solidFill>
                <a:schemeClr val="dk2"/>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