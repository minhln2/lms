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5" autoAdjust="0"/>
    <p:restoredTop sz="94512"/>
  </p:normalViewPr>
  <p:slideViewPr>
    <p:cSldViewPr snapToGrid="0" snapToObjects="1">
      <p:cViewPr varScale="1">
        <p:scale>
          <a:sx n="121" d="100"/>
          <a:sy n="121" d="100"/>
        </p:scale>
        <p:origin x="6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7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5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5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3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4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0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4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5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7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87BA8-EE05-5B47-AA8E-5C40480EF833}" type="datetimeFigureOut">
              <a:rPr lang="en-US" smtClean="0"/>
              <a:t>7/24/22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04220-09CD-BB40-9D4B-3D471FD52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5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9001B9-0287-5FBF-25A2-A543548E7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51"/>
            <a:ext cx="9144000" cy="6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19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434FC-8537-2BEB-64E0-60B5D1309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51"/>
            <a:ext cx="9144000" cy="6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6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25603F-4D10-E11F-B590-34EC912EE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51"/>
            <a:ext cx="9144000" cy="6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26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C6D97-FF3A-4A83-E721-5F4C4958A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51"/>
            <a:ext cx="9144000" cy="6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1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3FC63-F2E2-C3C7-E2E9-D35FFD39B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51"/>
            <a:ext cx="9144000" cy="6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0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6A00F-BE6B-63A3-27A0-7271410D8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51"/>
            <a:ext cx="9144000" cy="6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E80B6E-852A-1F5B-CD59-120332F5D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51"/>
            <a:ext cx="9144000" cy="6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5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59CA80-48EC-D4F1-F235-B664765B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51"/>
            <a:ext cx="9144000" cy="6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Macintosh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Catherine Clarke</dc:creator>
  <cp:lastModifiedBy>Catherine Clarke</cp:lastModifiedBy>
  <cp:revision>40</cp:revision>
  <dcterms:created xsi:type="dcterms:W3CDTF">2019-07-05T11:02:13Z</dcterms:created>
  <dcterms:modified xsi:type="dcterms:W3CDTF">2022-07-24T14:34:18Z</dcterms:modified>
</cp:coreProperties>
</file>