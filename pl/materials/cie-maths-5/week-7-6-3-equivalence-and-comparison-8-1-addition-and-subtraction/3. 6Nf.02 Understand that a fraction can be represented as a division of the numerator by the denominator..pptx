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2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6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3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4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5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ACCF8-B847-4313-84B2-1F43B9B3848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230" y="1568620"/>
            <a:ext cx="11659324" cy="47741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600" b="1" dirty="0">
                <a:latin typeface="Comic Sans MS" panose="030F0702030302020204" pitchFamily="66" charset="0"/>
              </a:rPr>
              <a:t>6Nf.02: </a:t>
            </a:r>
            <a:r>
              <a:rPr lang="en-US" sz="46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pPr algn="l"/>
            <a:r>
              <a:rPr lang="en-US" sz="4600" b="1" dirty="0">
                <a:latin typeface="Comic Sans MS" panose="030F0702030302020204" pitchFamily="66" charset="0"/>
              </a:rPr>
              <a:t>6Nf.02: </a:t>
            </a:r>
            <a:r>
              <a:rPr lang="en-US" sz="46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pPr algn="l"/>
            <a:r>
              <a:rPr lang="en-US" sz="4600" b="1" dirty="0">
                <a:latin typeface="Comic Sans MS" panose="030F0702030302020204" pitchFamily="66" charset="0"/>
              </a:rPr>
              <a:t>6Nf.07: </a:t>
            </a:r>
            <a:r>
              <a:rPr lang="en-US" sz="46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48347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answer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answers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complete the “think like a mathematician” exercises.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0131D-A655-4468-8A1D-2EB956C18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CC7D8F-6866-4857-A351-2BA2667A9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21A262-D02A-4A97-9EE2-E5750F53D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C6DDA7-9E41-4595-B492-91CFFD4AFC00}"/>
              </a:ext>
            </a:extLst>
          </p:cNvPr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175304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571" y="769035"/>
            <a:ext cx="4648201" cy="81558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0F5D9-AED4-44FD-A3DB-68B2471DA736}"/>
              </a:ext>
            </a:extLst>
          </p:cNvPr>
          <p:cNvSpPr/>
          <p:nvPr/>
        </p:nvSpPr>
        <p:spPr>
          <a:xfrm>
            <a:off x="0" y="122704"/>
            <a:ext cx="51013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Comic Sans MS" panose="030F0702030302020204" pitchFamily="66" charset="0"/>
              </a:rPr>
              <a:t>WALT: </a:t>
            </a:r>
            <a:r>
              <a:rPr lang="en-US" sz="12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12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12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B621D-A09A-495D-9A58-8B5211C11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288" y="0"/>
            <a:ext cx="4648200" cy="684516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D6F9862-3F14-4194-8106-4F1BD6FC9936}"/>
              </a:ext>
            </a:extLst>
          </p:cNvPr>
          <p:cNvSpPr txBox="1">
            <a:spLocks/>
          </p:cNvSpPr>
          <p:nvPr/>
        </p:nvSpPr>
        <p:spPr>
          <a:xfrm>
            <a:off x="221571" y="2519228"/>
            <a:ext cx="4648201" cy="815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Comic Sans MS" panose="030F0702030302020204" pitchFamily="66" charset="0"/>
              </a:rPr>
              <a:t>Match the fractions to their equivalent decimals.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647FFC-E166-49F0-BC07-A9C2A68B1005}"/>
              </a:ext>
            </a:extLst>
          </p:cNvPr>
          <p:cNvCxnSpPr/>
          <p:nvPr/>
        </p:nvCxnSpPr>
        <p:spPr>
          <a:xfrm>
            <a:off x="6689558" y="1848051"/>
            <a:ext cx="227156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7AC6C6-87EE-4F25-BBAD-95DBB344F585}"/>
              </a:ext>
            </a:extLst>
          </p:cNvPr>
          <p:cNvCxnSpPr>
            <a:cxnSpLocks/>
          </p:cNvCxnSpPr>
          <p:nvPr/>
        </p:nvCxnSpPr>
        <p:spPr>
          <a:xfrm flipV="1">
            <a:off x="6689558" y="769035"/>
            <a:ext cx="2271562" cy="215798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BCEEAD-5E4E-49EB-A170-232B39AE3D81}"/>
              </a:ext>
            </a:extLst>
          </p:cNvPr>
          <p:cNvCxnSpPr>
            <a:cxnSpLocks/>
          </p:cNvCxnSpPr>
          <p:nvPr/>
        </p:nvCxnSpPr>
        <p:spPr>
          <a:xfrm>
            <a:off x="6689558" y="3954379"/>
            <a:ext cx="2194560" cy="215766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DC262F-21CE-4C09-B8C1-9575785602AF}"/>
              </a:ext>
            </a:extLst>
          </p:cNvPr>
          <p:cNvCxnSpPr>
            <a:cxnSpLocks/>
          </p:cNvCxnSpPr>
          <p:nvPr/>
        </p:nvCxnSpPr>
        <p:spPr>
          <a:xfrm flipV="1">
            <a:off x="6689558" y="4100362"/>
            <a:ext cx="2194560" cy="93284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27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88" y="1138367"/>
            <a:ext cx="4305300" cy="3867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0" y="1138367"/>
            <a:ext cx="4029075" cy="4533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13" y="3239880"/>
            <a:ext cx="4648200" cy="3448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506" y="2201655"/>
            <a:ext cx="4781550" cy="4486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297" y="4757867"/>
            <a:ext cx="485775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82288" y="519242"/>
            <a:ext cx="3134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86 - 91</a:t>
            </a:r>
          </a:p>
        </p:txBody>
      </p:sp>
    </p:spTree>
    <p:extLst>
      <p:ext uri="{BB962C8B-B14F-4D97-AF65-F5344CB8AC3E}">
        <p14:creationId xmlns:p14="http://schemas.microsoft.com/office/powerpoint/2010/main" val="394703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22704"/>
            <a:ext cx="122790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omic Sans MS" panose="030F0702030302020204" pitchFamily="66" charset="0"/>
              </a:rPr>
              <a:t>WALT: </a:t>
            </a:r>
            <a:r>
              <a:rPr lang="en-US" sz="14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14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1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2288" y="519242"/>
            <a:ext cx="3134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86 - 91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2" y="1616075"/>
            <a:ext cx="11268528" cy="5011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51199" y="1930399"/>
                <a:ext cx="1248229" cy="467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9" y="1930399"/>
                <a:ext cx="1248229" cy="467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20856" y="1929280"/>
                <a:ext cx="1248229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56" y="1929280"/>
                <a:ext cx="1248229" cy="4626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75313" y="2434951"/>
                <a:ext cx="1248229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313" y="2434951"/>
                <a:ext cx="1248229" cy="4610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844970" y="2434951"/>
                <a:ext cx="1248229" cy="461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70" y="2434951"/>
                <a:ext cx="1248229" cy="461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844970" y="3516844"/>
                <a:ext cx="1248229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70" y="3516844"/>
                <a:ext cx="1248229" cy="4626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780688" y="4684677"/>
            <a:ext cx="198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857" y="5818052"/>
            <a:ext cx="119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2583" y="5818052"/>
            <a:ext cx="119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8205" y="5331662"/>
            <a:ext cx="2463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 </a:t>
            </a:r>
            <a:r>
              <a:rPr lang="en-US" sz="28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68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WALT: </a:t>
            </a:r>
            <a:r>
              <a:rPr lang="en-US" sz="16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16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16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19" y="1331118"/>
            <a:ext cx="8106909" cy="55268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57143" y="2278677"/>
            <a:ext cx="455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Halima swims further. One half of 500m is 250 </a:t>
            </a:r>
            <a:r>
              <a:rPr lang="en-US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. Three tenths of 800 </a:t>
            </a:r>
            <a:r>
              <a:rPr lang="en-US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is 240 </a:t>
            </a:r>
            <a:r>
              <a:rPr lang="en-US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7028" y="4210252"/>
            <a:ext cx="58782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Leroy has 90 bricks. 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Has 2/5 remaining = 36</a:t>
            </a:r>
          </a:p>
          <a:p>
            <a:endParaRPr 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Wayne has 90 bricks.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Has 1/6 remaining = 15</a:t>
            </a:r>
          </a:p>
          <a:p>
            <a:endParaRPr 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36 + 15 = 51</a:t>
            </a:r>
          </a:p>
        </p:txBody>
      </p:sp>
    </p:spTree>
    <p:extLst>
      <p:ext uri="{BB962C8B-B14F-4D97-AF65-F5344CB8AC3E}">
        <p14:creationId xmlns:p14="http://schemas.microsoft.com/office/powerpoint/2010/main" val="418184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23"/>
            <a:ext cx="11921813" cy="3767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5543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8457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2686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1934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8735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620" y="4992210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334" y="4934153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4040" y="4962477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0660" y="4992210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857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651"/>
            <a:ext cx="12193981" cy="322897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436914" y="2510971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3272971" y="24819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167419" y="2510971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9003476" y="2510970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20790" y="41583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90676" y="41583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192328" y="41583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53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88" y="1530350"/>
            <a:ext cx="11621510" cy="4855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20686" y="2148114"/>
            <a:ext cx="78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829" y="2119085"/>
            <a:ext cx="928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7606" y="2119085"/>
            <a:ext cx="928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8629" y="2409724"/>
            <a:ext cx="115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8286" y="3034288"/>
            <a:ext cx="134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48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2012" y="5414832"/>
            <a:ext cx="521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514" y="4143475"/>
            <a:ext cx="521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 find 50% you divide by 2.</a:t>
            </a:r>
          </a:p>
        </p:txBody>
      </p:sp>
    </p:spTree>
    <p:extLst>
      <p:ext uri="{BB962C8B-B14F-4D97-AF65-F5344CB8AC3E}">
        <p14:creationId xmlns:p14="http://schemas.microsoft.com/office/powerpoint/2010/main" val="49874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690914"/>
            <a:ext cx="11344346" cy="4332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12571" y="6211669"/>
            <a:ext cx="179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8971" y="6211668"/>
            <a:ext cx="179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5485" y="6252809"/>
            <a:ext cx="179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50605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65" y="1277257"/>
            <a:ext cx="10398880" cy="5254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44686" y="1944914"/>
            <a:ext cx="74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1406" y="1944913"/>
            <a:ext cx="969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7405" y="1944912"/>
            <a:ext cx="969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159" y="3751940"/>
            <a:ext cx="1426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7558" y="5065927"/>
            <a:ext cx="1426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20321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9051"/>
            <a:ext cx="12009977" cy="2891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17159" y="2627086"/>
            <a:ext cx="1175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4302" y="4566399"/>
            <a:ext cx="1175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$6</a:t>
            </a:r>
          </a:p>
        </p:txBody>
      </p:sp>
    </p:spTree>
    <p:extLst>
      <p:ext uri="{BB962C8B-B14F-4D97-AF65-F5344CB8AC3E}">
        <p14:creationId xmlns:p14="http://schemas.microsoft.com/office/powerpoint/2010/main" val="25661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6" y="1348824"/>
            <a:ext cx="8494365" cy="3948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4058" y="5297710"/>
            <a:ext cx="11016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80 children. We know that 40% is 32 children. If we divide 32 by 4 we get 10% which is 8 children. If 10% is 8 children then 100% must be 80 children.</a:t>
            </a:r>
          </a:p>
        </p:txBody>
      </p:sp>
    </p:spTree>
    <p:extLst>
      <p:ext uri="{BB962C8B-B14F-4D97-AF65-F5344CB8AC3E}">
        <p14:creationId xmlns:p14="http://schemas.microsoft.com/office/powerpoint/2010/main" val="186497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answer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answers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complete the “think like a mathematician” exercises.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5F723F-5CE7-412B-96C7-42669F556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5775A5-2811-43AC-AC56-109236E02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D94EC9-897A-4201-BD52-30872F559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36E4F6E-E301-4BB8-9C3F-4A6E42C2AA14}"/>
              </a:ext>
            </a:extLst>
          </p:cNvPr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347737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768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Comic Sans MS</vt:lpstr>
      <vt:lpstr>Office Theme</vt:lpstr>
      <vt:lpstr>Maths </vt:lpstr>
      <vt:lpstr>PowerPoint Presentation</vt:lpstr>
      <vt:lpstr>Retrieval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11</cp:revision>
  <dcterms:created xsi:type="dcterms:W3CDTF">2024-10-29T00:51:24Z</dcterms:created>
  <dcterms:modified xsi:type="dcterms:W3CDTF">2026-09-23T00:04:08Z</dcterms:modified>
</cp:coreProperties>
</file>