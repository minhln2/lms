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0" r:id="rId11"/>
    <p:sldId id="266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3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0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9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04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35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11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0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46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0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1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7825-F438-4BBA-981C-F2F022C8863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6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C7825-F438-4BBA-981C-F2F022C8863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65DA4-3471-4D3F-8446-175D7385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10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 err="1">
                <a:latin typeface="Comic Sans MS" panose="030F0702030302020204" pitchFamily="66" charset="0"/>
              </a:rPr>
              <a:t>Maths</a:t>
            </a:r>
            <a:r>
              <a:rPr lang="en-US" sz="88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172" y="1909814"/>
            <a:ext cx="12017828" cy="406147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6Nc.02 – </a:t>
            </a:r>
            <a:r>
              <a:rPr lang="en-US" sz="48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4 – Addition and Subtraction</a:t>
            </a:r>
          </a:p>
        </p:txBody>
      </p:sp>
    </p:spTree>
    <p:extLst>
      <p:ext uri="{BB962C8B-B14F-4D97-AF65-F5344CB8AC3E}">
        <p14:creationId xmlns:p14="http://schemas.microsoft.com/office/powerpoint/2010/main" val="1560704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omic Sans MS" panose="030F0702030302020204" pitchFamily="66" charset="0"/>
              </a:rPr>
              <a:t>With support, I can answer questions that use letters to represent quantities.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answer questions that use letters to represent quantities.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</a:t>
            </a:r>
            <a:r>
              <a:rPr lang="en-US" sz="2400" b="1" dirty="0" err="1">
                <a:solidFill>
                  <a:schemeClr val="tx1"/>
                </a:solidFill>
                <a:latin typeface="Comic Sans MS" panose="030F0702030302020204" pitchFamily="66" charset="0"/>
              </a:rPr>
              <a:t>specialise</a:t>
            </a:r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 by showing all the possible values of a variable.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068E3F-94AE-4B3C-830A-8CE8C5DDB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759C87-BB0D-40D5-9D33-9176E95C8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5DA73E-70B1-4675-86B4-637D555554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30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180490" y="959660"/>
            <a:ext cx="11509612" cy="925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Retrieval Practice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2ACB15-1042-46E4-B7D4-1F3D42B00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555" y="1603163"/>
            <a:ext cx="10008889" cy="504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48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37" y="1422400"/>
            <a:ext cx="3819525" cy="38195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874" y="2639790"/>
            <a:ext cx="3045575" cy="36410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863" y="1308553"/>
            <a:ext cx="3389993" cy="52360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678" y="5031925"/>
            <a:ext cx="4778393" cy="15126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44270" y="1308553"/>
            <a:ext cx="24487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Pg. 58 - 61</a:t>
            </a:r>
          </a:p>
        </p:txBody>
      </p:sp>
    </p:spTree>
    <p:extLst>
      <p:ext uri="{BB962C8B-B14F-4D97-AF65-F5344CB8AC3E}">
        <p14:creationId xmlns:p14="http://schemas.microsoft.com/office/powerpoint/2010/main" val="3473434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999" y="1064070"/>
            <a:ext cx="5562601" cy="55208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1029" y="4383314"/>
            <a:ext cx="754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1029" y="5130104"/>
            <a:ext cx="754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1029" y="5876894"/>
            <a:ext cx="754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7094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305" y="1654628"/>
            <a:ext cx="10095162" cy="36866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93857" y="2278743"/>
            <a:ext cx="1582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equal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93855" y="2821633"/>
            <a:ext cx="1582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equal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3856" y="3364523"/>
            <a:ext cx="1582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not equal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6656" y="4898462"/>
            <a:ext cx="8170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Khalid is incorrect. Due to the commutative law is does not matter which number is written first in addition questions but it does in subtraction questions.</a:t>
            </a:r>
          </a:p>
        </p:txBody>
      </p:sp>
    </p:spTree>
    <p:extLst>
      <p:ext uri="{BB962C8B-B14F-4D97-AF65-F5344CB8AC3E}">
        <p14:creationId xmlns:p14="http://schemas.microsoft.com/office/powerpoint/2010/main" val="399276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002" y="1543956"/>
            <a:ext cx="10092878" cy="48423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98857" y="5065486"/>
            <a:ext cx="36430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 = 6cm</a:t>
            </a:r>
          </a:p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 = 9cm</a:t>
            </a:r>
          </a:p>
        </p:txBody>
      </p:sp>
    </p:spTree>
    <p:extLst>
      <p:ext uri="{BB962C8B-B14F-4D97-AF65-F5344CB8AC3E}">
        <p14:creationId xmlns:p14="http://schemas.microsoft.com/office/powerpoint/2010/main" val="6274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009" y="1242558"/>
            <a:ext cx="9480523" cy="52162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3876" y="4847772"/>
            <a:ext cx="364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3876" y="5391704"/>
            <a:ext cx="364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3876" y="5956349"/>
            <a:ext cx="364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9404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67" y="1088572"/>
            <a:ext cx="9060780" cy="50700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52000" y="605009"/>
            <a:ext cx="383177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Y = 13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= 1</a:t>
            </a:r>
          </a:p>
          <a:p>
            <a:endParaRPr lang="en-US" sz="2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Y = 11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= 2</a:t>
            </a:r>
          </a:p>
          <a:p>
            <a:endParaRPr lang="en-US" sz="2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Y = 9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= 3</a:t>
            </a:r>
          </a:p>
          <a:p>
            <a:endParaRPr lang="en-US" sz="2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Y = 7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= 4</a:t>
            </a:r>
          </a:p>
          <a:p>
            <a:endParaRPr lang="en-US" sz="2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Y = 3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= 6</a:t>
            </a:r>
          </a:p>
          <a:p>
            <a:endParaRPr lang="en-US" sz="2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Y = 1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=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0457" y="4746171"/>
            <a:ext cx="4441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x + x + y = 15</a:t>
            </a:r>
          </a:p>
        </p:txBody>
      </p:sp>
    </p:spTree>
    <p:extLst>
      <p:ext uri="{BB962C8B-B14F-4D97-AF65-F5344CB8AC3E}">
        <p14:creationId xmlns:p14="http://schemas.microsoft.com/office/powerpoint/2010/main" val="122531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939124"/>
            <a:ext cx="10515600" cy="1325563"/>
          </a:xfrm>
        </p:spPr>
        <p:txBody>
          <a:bodyPr/>
          <a:lstStyle/>
          <a:p>
            <a:r>
              <a:rPr lang="en-US" sz="3600" b="1" dirty="0">
                <a:latin typeface="Comic Sans MS" panose="030F0702030302020204" pitchFamily="66" charset="0"/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2264687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800" b="1" dirty="0" err="1">
                <a:latin typeface="Comic Sans MS" panose="030F0702030302020204" pitchFamily="66" charset="0"/>
              </a:rPr>
              <a:t>Maths</a:t>
            </a:r>
            <a:r>
              <a:rPr lang="en-US" sz="4800" b="1" dirty="0">
                <a:latin typeface="Comic Sans MS" panose="030F0702030302020204" pitchFamily="66" charset="0"/>
              </a:rPr>
              <a:t> - </a:t>
            </a:r>
            <a:r>
              <a:rPr lang="en-US" sz="4400" b="1" dirty="0">
                <a:latin typeface="Comic Sans MS" panose="030F0702030302020204" pitchFamily="66" charset="0"/>
              </a:rPr>
              <a:t>Workbook – Pages 50 – 54</a:t>
            </a:r>
          </a:p>
          <a:p>
            <a:pPr marL="0" indent="0">
              <a:buNone/>
            </a:pPr>
            <a:endParaRPr lang="en-US" sz="44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44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400" b="1" dirty="0">
                <a:latin typeface="Comic Sans MS" panose="030F0702030302020204" pitchFamily="66" charset="0"/>
              </a:rPr>
              <a:t>ESL – Workbook pages 20 – 23</a:t>
            </a:r>
          </a:p>
          <a:p>
            <a:pPr marL="0" indent="0">
              <a:buNone/>
            </a:pPr>
            <a:endParaRPr lang="en-US" sz="44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400" b="1" dirty="0">
                <a:latin typeface="Comic Sans MS" panose="030F0702030302020204" pitchFamily="66" charset="0"/>
              </a:rPr>
              <a:t>Due - Thursday 24</a:t>
            </a:r>
            <a:r>
              <a:rPr lang="en-US" sz="4400" b="1" baseline="30000" dirty="0">
                <a:latin typeface="Comic Sans MS" panose="030F0702030302020204" pitchFamily="66" charset="0"/>
              </a:rPr>
              <a:t>th</a:t>
            </a:r>
            <a:r>
              <a:rPr lang="en-US" sz="4400" b="1" dirty="0">
                <a:latin typeface="Comic Sans MS" panose="030F0702030302020204" pitchFamily="66" charset="0"/>
              </a:rPr>
              <a:t> September</a:t>
            </a:r>
          </a:p>
          <a:p>
            <a:pPr marL="0" indent="0">
              <a:buNone/>
            </a:pPr>
            <a:endParaRPr lang="en-US" sz="4400" b="1" dirty="0">
              <a:latin typeface="Comic Sans MS" panose="030F0702030302020204" pitchFamily="66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734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08" y="1422400"/>
            <a:ext cx="11333948" cy="342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06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omic Sans MS" panose="030F0702030302020204" pitchFamily="66" charset="0"/>
              </a:rPr>
              <a:t>With support, I can answer questions that use letters to represent quantities.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answer questions that use letters to represent quantities.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</a:t>
            </a:r>
            <a:r>
              <a:rPr lang="en-US" sz="2400" b="1" dirty="0" err="1">
                <a:solidFill>
                  <a:schemeClr val="tx1"/>
                </a:solidFill>
                <a:latin typeface="Comic Sans MS" panose="030F0702030302020204" pitchFamily="66" charset="0"/>
              </a:rPr>
              <a:t>specialise</a:t>
            </a:r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 by showing all the possible values of a variable.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068E3F-94AE-4B3C-830A-8CE8C5DDB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759C87-BB0D-40D5-9D33-9176E95C8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5DA73E-70B1-4675-86B4-637D555554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712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047297"/>
            <a:ext cx="10515600" cy="1325563"/>
          </a:xfrm>
        </p:spPr>
        <p:txBody>
          <a:bodyPr/>
          <a:lstStyle/>
          <a:p>
            <a:r>
              <a:rPr lang="en-US" sz="3600" b="1" dirty="0">
                <a:latin typeface="Comic Sans MS" panose="030F0702030302020204" pitchFamily="66" charset="0"/>
              </a:rPr>
              <a:t>Plenary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250666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>
                <a:latin typeface="Comic Sans MS" panose="030F0702030302020204" pitchFamily="66" charset="0"/>
              </a:rPr>
              <a:t>If 5b = 20 what does b = 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26150" y="205010"/>
            <a:ext cx="11494242" cy="1217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Recognise the use of letters to represent quantities that vary in addition and subtraction calculations.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36600" y="3834719"/>
            <a:ext cx="16727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b="1" dirty="0">
                <a:latin typeface="Comic Sans MS" panose="030F0702030302020204" pitchFamily="66" charset="0"/>
              </a:rPr>
              <a:t>b =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180772" y="3834719"/>
            <a:ext cx="16727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468257" y="4451576"/>
            <a:ext cx="672374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Why do you think we don’t use the multiplication sign “x” ?</a:t>
            </a:r>
          </a:p>
        </p:txBody>
      </p:sp>
    </p:spTree>
    <p:extLst>
      <p:ext uri="{BB962C8B-B14F-4D97-AF65-F5344CB8AC3E}">
        <p14:creationId xmlns:p14="http://schemas.microsoft.com/office/powerpoint/2010/main" val="422682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1707</TotalTime>
  <Words>467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Comic Sans MS</vt:lpstr>
      <vt:lpstr>Office Theme</vt:lpstr>
      <vt:lpstr>Maths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</vt:lpstr>
      <vt:lpstr>PowerPoint Presentation</vt:lpstr>
      <vt:lpstr>PowerPoint Presentation</vt:lpstr>
      <vt:lpstr>Plenary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10</cp:revision>
  <dcterms:created xsi:type="dcterms:W3CDTF">2024-09-30T00:30:15Z</dcterms:created>
  <dcterms:modified xsi:type="dcterms:W3CDTF">2026-09-18T03:31:46Z</dcterms:modified>
</cp:coreProperties>
</file>