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2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7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5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6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4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1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9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3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1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9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CC">
            <a:alpha val="23137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ED084-259C-40AB-9ECA-048EAC707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9E61A-6A79-4D10-BDC3-92C4287F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6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002" y="2866382"/>
            <a:ext cx="11482326" cy="2857078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Monday 21</a:t>
            </a:r>
            <a:r>
              <a:rPr lang="en-US" sz="4000" b="1" baseline="30000" dirty="0">
                <a:latin typeface="Comic Sans MS" panose="030F0702030302020204" pitchFamily="66" charset="0"/>
              </a:rPr>
              <a:t>st</a:t>
            </a:r>
            <a:r>
              <a:rPr lang="en-US" sz="4000" b="1" dirty="0">
                <a:latin typeface="Comic Sans MS" panose="030F0702030302020204" pitchFamily="66" charset="0"/>
              </a:rPr>
              <a:t> September 2026</a:t>
            </a:r>
          </a:p>
          <a:p>
            <a:pPr algn="l"/>
            <a:endParaRPr lang="en-US" sz="4000" b="1" dirty="0">
              <a:latin typeface="Comic Sans MS" panose="030F0702030302020204" pitchFamily="66" charset="0"/>
            </a:endParaRPr>
          </a:p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32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220894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complete sentences in the first conditional.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sentences in the first conditional.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sentences in all the different forms of the first conditional.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177FE3-A99C-4718-80A1-8810A7162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ED747A-5479-4282-AC16-0328624D0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2E3C5A-295D-439E-9841-7196BAEFA6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8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486" y="57541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066" y="1578858"/>
            <a:ext cx="8692490" cy="515445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621486" y="2452914"/>
            <a:ext cx="1146628" cy="508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34229" y="4156085"/>
            <a:ext cx="1146628" cy="508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037943" y="6064713"/>
            <a:ext cx="899886" cy="508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4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857" y="1201684"/>
            <a:ext cx="11557535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Starter</a:t>
            </a:r>
            <a:r>
              <a:rPr lang="en-US" dirty="0">
                <a:latin typeface="Comic Sans MS" panose="030F0702030302020204" pitchFamily="66" charset="0"/>
              </a:rPr>
              <a:t> – Correct the mistake in this sentence.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73829"/>
            <a:ext cx="10515600" cy="3303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I think if you will join the sports club, you will make lots of friends.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</p:spTree>
    <p:extLst>
      <p:ext uri="{BB962C8B-B14F-4D97-AF65-F5344CB8AC3E}">
        <p14:creationId xmlns:p14="http://schemas.microsoft.com/office/powerpoint/2010/main" val="763636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857" y="1201684"/>
            <a:ext cx="11557535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Starter</a:t>
            </a:r>
            <a:r>
              <a:rPr lang="en-US" dirty="0">
                <a:latin typeface="Comic Sans MS" panose="030F0702030302020204" pitchFamily="66" charset="0"/>
              </a:rPr>
              <a:t> – Correct the mistake in this sentence.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73829"/>
            <a:ext cx="10515600" cy="3303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I think if you </a:t>
            </a: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will</a:t>
            </a:r>
            <a:r>
              <a:rPr lang="en-US" sz="4400" dirty="0">
                <a:latin typeface="Comic Sans MS" panose="030F0702030302020204" pitchFamily="66" charset="0"/>
              </a:rPr>
              <a:t> join the sports club, you will make lots of friends.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</p:spTree>
    <p:extLst>
      <p:ext uri="{BB962C8B-B14F-4D97-AF65-F5344CB8AC3E}">
        <p14:creationId xmlns:p14="http://schemas.microsoft.com/office/powerpoint/2010/main" val="964205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857" y="1201684"/>
            <a:ext cx="11557535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Starter</a:t>
            </a:r>
            <a:r>
              <a:rPr lang="en-US" dirty="0">
                <a:latin typeface="Comic Sans MS" panose="030F0702030302020204" pitchFamily="66" charset="0"/>
              </a:rPr>
              <a:t> – Correct the mistake in this sentence.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73829"/>
            <a:ext cx="10515600" cy="3303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I think if you join the sports club, you will make lots of friends.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</p:spTree>
    <p:extLst>
      <p:ext uri="{BB962C8B-B14F-4D97-AF65-F5344CB8AC3E}">
        <p14:creationId xmlns:p14="http://schemas.microsoft.com/office/powerpoint/2010/main" val="169473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608" y="715181"/>
            <a:ext cx="10515600" cy="1325563"/>
          </a:xfrm>
        </p:spPr>
        <p:txBody>
          <a:bodyPr/>
          <a:lstStyle/>
          <a:p>
            <a:r>
              <a:rPr lang="en-US" b="1" u="sng" dirty="0">
                <a:latin typeface="Comic Sans MS" panose="030F0702030302020204" pitchFamily="66" charset="0"/>
              </a:rPr>
              <a:t>The first conditional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5" y="2064090"/>
            <a:ext cx="11842141" cy="3738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The sentence from the starter was written in the first conditional.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31934" y="3672114"/>
            <a:ext cx="10061240" cy="1553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 think if you join the sports club, you will make lots of friends.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12783" y="5380604"/>
            <a:ext cx="11007571" cy="373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latin typeface="Comic Sans MS" panose="030F0702030302020204" pitchFamily="66" charset="0"/>
              </a:rPr>
              <a:t>What do you think the first conditional is used for?</a:t>
            </a:r>
          </a:p>
        </p:txBody>
      </p:sp>
    </p:spTree>
    <p:extLst>
      <p:ext uri="{BB962C8B-B14F-4D97-AF65-F5344CB8AC3E}">
        <p14:creationId xmlns:p14="http://schemas.microsoft.com/office/powerpoint/2010/main" val="385764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2036506"/>
            <a:ext cx="11774714" cy="10627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The first conditional is used to refer to a likely outcome to a present or future situation.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52367" y="7109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>
                <a:latin typeface="Comic Sans MS" panose="030F0702030302020204" pitchFamily="66" charset="0"/>
              </a:rPr>
              <a:t>The first conditional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4296" y="3759201"/>
            <a:ext cx="111860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If you study hard, you will do well in the test.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394857" y="4467088"/>
            <a:ext cx="391886" cy="11644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5200" y="5515429"/>
            <a:ext cx="36430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Present or future situation.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698504" y="4467088"/>
            <a:ext cx="391886" cy="11644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847" y="5515429"/>
            <a:ext cx="364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Likely outcome.</a:t>
            </a:r>
          </a:p>
        </p:txBody>
      </p:sp>
    </p:spTree>
    <p:extLst>
      <p:ext uri="{BB962C8B-B14F-4D97-AF65-F5344CB8AC3E}">
        <p14:creationId xmlns:p14="http://schemas.microsoft.com/office/powerpoint/2010/main" val="319739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686" y="1915886"/>
            <a:ext cx="12079514" cy="3840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Use this sentence structure to share some first conditional sentences with your partner.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15686" y="72945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>
                <a:latin typeface="Comic Sans MS" panose="030F0702030302020204" pitchFamily="66" charset="0"/>
              </a:rPr>
              <a:t>The first conditional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658258" y="3519715"/>
            <a:ext cx="12079514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latin typeface="Comic Sans MS" panose="030F0702030302020204" pitchFamily="66" charset="0"/>
              </a:rPr>
              <a:t>If + present simple + then + future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686" y="4531855"/>
            <a:ext cx="112086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Examples: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If you eat too many sweets, you won’t eat your dinner.</a:t>
            </a:r>
          </a:p>
          <a:p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If you don’t brush your teeth, you will need to go to the dentist.</a:t>
            </a:r>
          </a:p>
        </p:txBody>
      </p:sp>
    </p:spTree>
    <p:extLst>
      <p:ext uri="{BB962C8B-B14F-4D97-AF65-F5344CB8AC3E}">
        <p14:creationId xmlns:p14="http://schemas.microsoft.com/office/powerpoint/2010/main" val="3418838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198360"/>
            <a:ext cx="1217597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You can also use “</a:t>
            </a:r>
            <a:r>
              <a:rPr lang="en-US" sz="3200" b="1" dirty="0">
                <a:latin typeface="Comic Sans MS" panose="030F0702030302020204" pitchFamily="66" charset="0"/>
              </a:rPr>
              <a:t>unless”</a:t>
            </a:r>
            <a:r>
              <a:rPr lang="en-US" sz="3200" dirty="0">
                <a:latin typeface="Comic Sans MS" panose="030F0702030302020204" pitchFamily="66" charset="0"/>
              </a:rPr>
              <a:t> instead of “</a:t>
            </a:r>
            <a:r>
              <a:rPr lang="en-US" sz="3200" b="1" dirty="0">
                <a:latin typeface="Comic Sans MS" panose="030F0702030302020204" pitchFamily="66" charset="0"/>
              </a:rPr>
              <a:t>if you don’t</a:t>
            </a:r>
            <a:r>
              <a:rPr lang="en-US" sz="3200" dirty="0">
                <a:latin typeface="Comic Sans MS" panose="030F0702030302020204" pitchFamily="66" charset="0"/>
              </a:rPr>
              <a:t>”.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901" y="2574759"/>
            <a:ext cx="10515600" cy="19636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If the basketball team don’t improve their defense, the won’t win the championship.</a:t>
            </a:r>
          </a:p>
          <a:p>
            <a:pPr marL="0" indent="0">
              <a:buNone/>
            </a:pPr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Unless the basketball team improve their defense, the won’t win the championship.</a:t>
            </a:r>
          </a:p>
          <a:p>
            <a:pPr marL="0" indent="0">
              <a:buNone/>
            </a:pPr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The basketball team won’t win the championship unless they improve their defense.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50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4716" y="639926"/>
            <a:ext cx="10515600" cy="907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>
                <a:latin typeface="Comic Sans MS" panose="030F0702030302020204" pitchFamily="66" charset="0"/>
              </a:rPr>
              <a:t>The first conditional</a:t>
            </a:r>
          </a:p>
        </p:txBody>
      </p:sp>
    </p:spTree>
    <p:extLst>
      <p:ext uri="{BB962C8B-B14F-4D97-AF65-F5344CB8AC3E}">
        <p14:creationId xmlns:p14="http://schemas.microsoft.com/office/powerpoint/2010/main" val="361662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50950E-3FE0-4889-95AB-FCF7C9563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2927" y="1126327"/>
            <a:ext cx="644906" cy="12415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52B423-BA36-4910-B917-793D930DD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16" y="828330"/>
            <a:ext cx="10999090" cy="44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98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6AC0A-8BBE-468F-A682-613994022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105" y="801825"/>
            <a:ext cx="7561790" cy="592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3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4725"/>
            <a:ext cx="1051560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Read your partner’s sentences.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69029"/>
            <a:ext cx="10515600" cy="3607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Be prepared to read your favourite to the class and justify why it’s your favourite.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If you work hard, we will have time to play a game.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Begin to use if clauses in first conditionals.</a:t>
            </a:r>
          </a:p>
        </p:txBody>
      </p:sp>
    </p:spTree>
    <p:extLst>
      <p:ext uri="{BB962C8B-B14F-4D97-AF65-F5344CB8AC3E}">
        <p14:creationId xmlns:p14="http://schemas.microsoft.com/office/powerpoint/2010/main" val="56567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4851</TotalTime>
  <Words>503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Correct the mistake in this sentence.</vt:lpstr>
      <vt:lpstr>Starter – Correct the mistake in this sentence.</vt:lpstr>
      <vt:lpstr>Starter – Correct the mistake in this sentence.</vt:lpstr>
      <vt:lpstr>The first conditional</vt:lpstr>
      <vt:lpstr>PowerPoint Presentation</vt:lpstr>
      <vt:lpstr>PowerPoint Presentation</vt:lpstr>
      <vt:lpstr>You can also use “unless” instead of “if you don’t”.</vt:lpstr>
      <vt:lpstr>PowerPoint Presentation</vt:lpstr>
      <vt:lpstr>PowerPoint Presentation</vt:lpstr>
      <vt:lpstr>Read your partner’s sentences.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15</cp:revision>
  <dcterms:created xsi:type="dcterms:W3CDTF">2024-09-13T02:24:57Z</dcterms:created>
  <dcterms:modified xsi:type="dcterms:W3CDTF">2026-09-21T07:59:40Z</dcterms:modified>
</cp:coreProperties>
</file>