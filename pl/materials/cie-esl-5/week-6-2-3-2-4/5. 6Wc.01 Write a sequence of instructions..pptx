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7" r:id="rId8"/>
    <p:sldId id="264" r:id="rId9"/>
    <p:sldId id="268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7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4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8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3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7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9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50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3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16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3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8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3A05-0322-4742-B26F-D912F6B33E8D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4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12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11" Type="http://schemas.openxmlformats.org/officeDocument/2006/relationships/image" Target="../media/image2.png"/><Relationship Id="rId5" Type="http://schemas.openxmlformats.org/officeDocument/2006/relationships/image" Target="../media/image8.png"/><Relationship Id="rId10" Type="http://schemas.microsoft.com/office/2007/relationships/hdphoto" Target="../media/hdphoto1.wdp"/><Relationship Id="rId4" Type="http://schemas.microsoft.com/office/2007/relationships/hdphoto" Target="../media/hdphoto7.wdp"/><Relationship Id="rId9" Type="http://schemas.openxmlformats.org/officeDocument/2006/relationships/image" Target="../media/image1.png"/><Relationship Id="rId1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000" dirty="0">
                <a:latin typeface="Comic Sans MS" panose="030F0702030302020204" pitchFamily="66" charset="0"/>
              </a:rPr>
              <a:t>To write a sequence of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1418780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To write a sequence of instructions.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use “should”, “must” and “need to” write a sequence advice or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write advice or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7887C1-38BB-46CC-AF6B-CA00367E8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B25BAA-8E04-4497-9C3A-9A1BB3BA2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6517E4-16E4-4431-B9AA-6A73EF89FE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3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3048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Retrieval Practice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828" y="1132308"/>
            <a:ext cx="8124977" cy="55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304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630" y="1822383"/>
            <a:ext cx="9608522" cy="42859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1176" y="2033516"/>
            <a:ext cx="2142699" cy="4640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1176" y="5461379"/>
            <a:ext cx="1528549" cy="4640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53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8" y="1006570"/>
            <a:ext cx="10917072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</a:t>
            </a:r>
            <a:r>
              <a:rPr lang="en-US" sz="4000" dirty="0">
                <a:latin typeface="Comic Sans MS" panose="030F0702030302020204" pitchFamily="66" charset="0"/>
              </a:rPr>
              <a:t> – What exercises would you have in your own warm up?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1026" name="Picture 2" descr="Quick Full-Body Stretching Routine: 10 Moves to Tr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7200" l="5133" r="90000">
                        <a14:foregroundMark x1="59667" y1="43500" x2="66267" y2="52600"/>
                        <a14:foregroundMark x1="61000" y1="39100" x2="58133" y2="391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85239"/>
            <a:ext cx="3774413" cy="251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ar Jumps - Sworkit Health | On-Demand Fitness, Mindfulness, Recovery, and  Nutritio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6" b="10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836" r="19463"/>
          <a:stretch/>
        </p:blipFill>
        <p:spPr bwMode="auto">
          <a:xfrm>
            <a:off x="7692672" y="2638290"/>
            <a:ext cx="4153585" cy="391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ump Skipping Rope Photos and Images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57" b="89286" l="10000" r="90000">
                        <a14:foregroundMark x1="57308" y1="58571" x2="57308" y2="58571"/>
                        <a14:foregroundMark x1="59231" y1="60714" x2="66538" y2="64643"/>
                        <a14:foregroundMark x1="66538" y1="64643" x2="71538" y2="65714"/>
                        <a14:foregroundMark x1="71923" y1="65714" x2="76154" y2="64643"/>
                        <a14:foregroundMark x1="76154" y1="64643" x2="77692" y2="62143"/>
                        <a14:foregroundMark x1="77692" y1="62143" x2="79231" y2="56786"/>
                        <a14:backgroundMark x1="64615" y1="41786" x2="69231" y2="48214"/>
                        <a14:backgroundMark x1="76154" y1="61786" x2="74231" y2="63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527"/>
          <a:stretch/>
        </p:blipFill>
        <p:spPr bwMode="auto">
          <a:xfrm>
            <a:off x="3981458" y="2471914"/>
            <a:ext cx="3865319" cy="380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133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011" y="728008"/>
            <a:ext cx="9693725" cy="5996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143" y="1664226"/>
            <a:ext cx="19884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Create your own warm up using the template.</a:t>
            </a:r>
          </a:p>
        </p:txBody>
      </p:sp>
    </p:spTree>
    <p:extLst>
      <p:ext uri="{BB962C8B-B14F-4D97-AF65-F5344CB8AC3E}">
        <p14:creationId xmlns:p14="http://schemas.microsoft.com/office/powerpoint/2010/main" val="25947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use “should”, “must” and “need to” write a sequence advice or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write advice or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7887C1-38BB-46CC-AF6B-CA00367E8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B25BAA-8E04-4497-9C3A-9A1BB3BA2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6517E4-16E4-4431-B9AA-6A73EF89FE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62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WALT: </a:t>
            </a:r>
            <a:r>
              <a:rPr lang="en-US" sz="28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011" y="728008"/>
            <a:ext cx="9693725" cy="5996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143" y="1664226"/>
            <a:ext cx="19884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Create your own warm up using the template.</a:t>
            </a:r>
          </a:p>
        </p:txBody>
      </p:sp>
      <p:pic>
        <p:nvPicPr>
          <p:cNvPr id="7" name="Picture 2" descr="Quick Full-Body Stretching Routine: 10 Moves to Tr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200" l="5133" r="90000">
                        <a14:foregroundMark x1="59667" y1="43500" x2="66267" y2="52600"/>
                        <a14:foregroundMark x1="61000" y1="39100" x2="58133" y2="391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962839"/>
            <a:ext cx="24860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38400" y="2620189"/>
            <a:ext cx="29622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You must always stretch before you do any exercise.</a:t>
            </a:r>
          </a:p>
        </p:txBody>
      </p:sp>
      <p:pic>
        <p:nvPicPr>
          <p:cNvPr id="8" name="Picture 6" descr="Jump Skipping Rope Photos and Image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57" b="89286" l="10000" r="90000">
                        <a14:foregroundMark x1="57308" y1="58571" x2="57308" y2="58571"/>
                        <a14:foregroundMark x1="59231" y1="60714" x2="66538" y2="64643"/>
                        <a14:foregroundMark x1="66538" y1="64643" x2="71538" y2="65714"/>
                        <a14:foregroundMark x1="71923" y1="65714" x2="76154" y2="64643"/>
                        <a14:foregroundMark x1="76154" y1="64643" x2="77692" y2="62143"/>
                        <a14:foregroundMark x1="77692" y1="62143" x2="79231" y2="56786"/>
                        <a14:backgroundMark x1="64615" y1="41786" x2="69231" y2="48214"/>
                        <a14:backgroundMark x1="76154" y1="61786" x2="74231" y2="63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527"/>
          <a:stretch/>
        </p:blipFill>
        <p:spPr bwMode="auto">
          <a:xfrm>
            <a:off x="6181952" y="799891"/>
            <a:ext cx="1847842" cy="182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624735" y="2620188"/>
            <a:ext cx="296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You don’t need to skip for long.</a:t>
            </a:r>
          </a:p>
        </p:txBody>
      </p:sp>
      <p:pic>
        <p:nvPicPr>
          <p:cNvPr id="10" name="Picture 4" descr="Star Jumps - Sworkit Health | On-Demand Fitness, Mindfulness, Recovery, and  Nutrition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56" b="10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836" r="19463"/>
          <a:stretch/>
        </p:blipFill>
        <p:spPr bwMode="auto">
          <a:xfrm>
            <a:off x="9464143" y="879820"/>
            <a:ext cx="1762324" cy="16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864167" y="2601161"/>
            <a:ext cx="2962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You need to do some jumping jacks in order to raise your heart rate.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04D6C3-0230-48A4-BA35-0931D99932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2885" y="860743"/>
            <a:ext cx="492080" cy="9473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AE5356-14B2-4EF6-8959-88D502CA74B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772" y="750109"/>
            <a:ext cx="492080" cy="10285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DF1CBA-0E1D-485C-9AEC-FF1209389D0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336" y="756534"/>
            <a:ext cx="492080" cy="111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4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use “should”, “must” and “need to” write a sequence advice or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write advice or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7887C1-38BB-46CC-AF6B-CA00367E8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B25BAA-8E04-4497-9C3A-9A1BB3BA2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6517E4-16E4-4431-B9AA-6A73EF89FE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01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8" y="1006570"/>
            <a:ext cx="10917072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Plenary</a:t>
            </a:r>
            <a:r>
              <a:rPr lang="en-US" sz="4000" dirty="0">
                <a:latin typeface="Comic Sans MS" panose="030F0702030302020204" pitchFamily="66" charset="0"/>
              </a:rPr>
              <a:t> – Lead the class in your warm 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3074" name="Picture 2" descr="Warm ups - Mrs. Karsen's Classroom Websit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4251" r="98658">
                        <a14:foregroundMark x1="18792" y1="57820" x2="17002" y2="65877"/>
                        <a14:foregroundMark x1="14765" y1="90047" x2="13199" y2="96209"/>
                        <a14:foregroundMark x1="19016" y1="92891" x2="21700" y2="96682"/>
                        <a14:foregroundMark x1="26622" y1="20379" x2="26622" y2="30332"/>
                        <a14:foregroundMark x1="19016" y1="39810" x2="16779" y2="40758"/>
                        <a14:foregroundMark x1="14765" y1="42180" x2="13423" y2="43128"/>
                        <a14:foregroundMark x1="40268" y1="65403" x2="38479" y2="66825"/>
                        <a14:foregroundMark x1="36913" y1="70616" x2="34676" y2="72512"/>
                        <a14:foregroundMark x1="8501" y1="23697" x2="7383" y2="31754"/>
                        <a14:foregroundMark x1="9620" y1="25118" x2="24832" y2="24645"/>
                        <a14:foregroundMark x1="44072" y1="94787" x2="43177" y2="94787"/>
                        <a14:foregroundMark x1="35570" y1="93365" x2="36465" y2="93365"/>
                        <a14:foregroundMark x1="60179" y1="92417" x2="57942" y2="91943"/>
                        <a14:foregroundMark x1="55928" y1="92417" x2="53244" y2="91469"/>
                        <a14:foregroundMark x1="77852" y1="57346" x2="82774" y2="65403"/>
                        <a14:foregroundMark x1="83893" y1="69194" x2="83669" y2="81517"/>
                        <a14:foregroundMark x1="83669" y1="81517" x2="80313" y2="50237"/>
                        <a14:foregroundMark x1="80313" y1="50237" x2="76510" y2="50711"/>
                        <a14:foregroundMark x1="74720" y1="76303" x2="73826" y2="88626"/>
                        <a14:foregroundMark x1="68680" y1="50237" x2="69575" y2="48341"/>
                        <a14:foregroundMark x1="62416" y1="50711" x2="62416" y2="50711"/>
                        <a14:foregroundMark x1="90828" y1="76777" x2="90380" y2="90047"/>
                        <a14:foregroundMark x1="89709" y1="54028" x2="89262" y2="56872"/>
                        <a14:foregroundMark x1="89485" y1="58294" x2="89709" y2="61611"/>
                        <a14:foregroundMark x1="95749" y1="65877" x2="91723" y2="63033"/>
                        <a14:foregroundMark x1="88814" y1="52133" x2="87472" y2="46919"/>
                        <a14:foregroundMark x1="88591" y1="46445" x2="91946" y2="33649"/>
                        <a14:foregroundMark x1="91946" y1="33649" x2="93289" y2="23697"/>
                        <a14:foregroundMark x1="93289" y1="23697" x2="91723" y2="12322"/>
                        <a14:foregroundMark x1="91723" y1="12322" x2="85682" y2="4739"/>
                        <a14:foregroundMark x1="85682" y1="4739" x2="79418" y2="3791"/>
                        <a14:foregroundMark x1="79418" y1="3791" x2="74049" y2="6635"/>
                        <a14:foregroundMark x1="74049" y1="6635" x2="70470" y2="10427"/>
                        <a14:foregroundMark x1="70470" y1="10427" x2="69351" y2="18957"/>
                        <a14:foregroundMark x1="69351" y1="18957" x2="70470" y2="30332"/>
                        <a14:foregroundMark x1="70470" y1="30332" x2="71141" y2="43128"/>
                        <a14:backgroundMark x1="9843" y1="30332" x2="9843" y2="30332"/>
                        <a14:backgroundMark x1="29083" y1="96209" x2="30872" y2="81517"/>
                        <a14:backgroundMark x1="53691" y1="79147" x2="55481" y2="834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363" y="2332133"/>
            <a:ext cx="9045274" cy="426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156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318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Retrieval Practice</vt:lpstr>
      <vt:lpstr>Starter – What exercises would you have in your own warm up?</vt:lpstr>
      <vt:lpstr>PowerPoint Presentation</vt:lpstr>
      <vt:lpstr>PowerPoint Presentation</vt:lpstr>
      <vt:lpstr>PowerPoint Presentation</vt:lpstr>
      <vt:lpstr>PowerPoint Presentation</vt:lpstr>
      <vt:lpstr>Plenary – Lead the class in your warm up.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 Aisling Meade (VSC-KTiH-MB)</cp:lastModifiedBy>
  <cp:revision>6</cp:revision>
  <dcterms:created xsi:type="dcterms:W3CDTF">2024-09-18T01:29:01Z</dcterms:created>
  <dcterms:modified xsi:type="dcterms:W3CDTF">2026-09-23T00:12:27Z</dcterms:modified>
</cp:coreProperties>
</file>