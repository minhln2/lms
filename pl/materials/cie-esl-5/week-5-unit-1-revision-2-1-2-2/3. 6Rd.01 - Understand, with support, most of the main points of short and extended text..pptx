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69" r:id="rId13"/>
    <p:sldId id="268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1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90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97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20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5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71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79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1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44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4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5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CC">
            <a:alpha val="30196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4C017-69FB-4D4C-8109-F2BCC77FCCF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3E983-7FF4-4A16-87F4-9F509032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8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9.wdp"/><Relationship Id="rId18" Type="http://schemas.openxmlformats.org/officeDocument/2006/relationships/image" Target="../media/image12.png"/><Relationship Id="rId3" Type="http://schemas.microsoft.com/office/2007/relationships/hdphoto" Target="../media/hdphoto4.wdp"/><Relationship Id="rId7" Type="http://schemas.microsoft.com/office/2007/relationships/hdphoto" Target="../media/hdphoto6.wdp"/><Relationship Id="rId12" Type="http://schemas.openxmlformats.org/officeDocument/2006/relationships/image" Target="../media/image9.png"/><Relationship Id="rId17" Type="http://schemas.microsoft.com/office/2007/relationships/hdphoto" Target="../media/hdphoto11.wdp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microsoft.com/office/2007/relationships/hdphoto" Target="../media/hdphoto8.wdp"/><Relationship Id="rId5" Type="http://schemas.microsoft.com/office/2007/relationships/hdphoto" Target="../media/hdphoto5.wdp"/><Relationship Id="rId15" Type="http://schemas.microsoft.com/office/2007/relationships/hdphoto" Target="../media/hdphoto10.wdp"/><Relationship Id="rId10" Type="http://schemas.openxmlformats.org/officeDocument/2006/relationships/image" Target="../media/image8.png"/><Relationship Id="rId19" Type="http://schemas.microsoft.com/office/2007/relationships/hdphoto" Target="../media/hdphoto12.wdp"/><Relationship Id="rId4" Type="http://schemas.openxmlformats.org/officeDocument/2006/relationships/image" Target="../media/image5.png"/><Relationship Id="rId9" Type="http://schemas.microsoft.com/office/2007/relationships/hdphoto" Target="../media/hdphoto7.wdp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960" y="2001757"/>
            <a:ext cx="10588079" cy="4061472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Thursday 17</a:t>
            </a:r>
            <a:r>
              <a:rPr lang="en-US" sz="4800" b="1" baseline="30000" dirty="0">
                <a:latin typeface="Comic Sans MS" panose="030F0702030302020204" pitchFamily="66" charset="0"/>
              </a:rPr>
              <a:t>th</a:t>
            </a:r>
            <a:r>
              <a:rPr lang="en-US" sz="4800" b="1" dirty="0">
                <a:latin typeface="Comic Sans MS" panose="030F0702030302020204" pitchFamily="66" charset="0"/>
              </a:rPr>
              <a:t> September</a:t>
            </a:r>
          </a:p>
          <a:p>
            <a:pPr algn="l"/>
            <a:endParaRPr lang="en-US" sz="4800" b="1" dirty="0">
              <a:latin typeface="Comic Sans MS" panose="030F0702030302020204" pitchFamily="66" charset="0"/>
            </a:endParaRPr>
          </a:p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000" b="1" dirty="0">
                <a:latin typeface="Comic Sans MS" panose="030F0702030302020204" pitchFamily="66" charset="0"/>
              </a:rPr>
              <a:t>6Rd.01 - </a:t>
            </a:r>
            <a:r>
              <a:rPr lang="en-US" sz="4000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370492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With support, I can use the text to write healthy eating tips.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use the text to write healthy eating tips.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prior knowledge to write healthy eating tips.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468452-F7DF-48B7-8F55-A1789E6A3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660115-4500-4FEB-9FB2-AB6CFADDCB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E2738C-BDFA-437A-859C-A41EA5E803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6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213" y="1683364"/>
            <a:ext cx="113248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Write 3 sentences using the present perfect tense.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716" y="1020613"/>
            <a:ext cx="3077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Retrieval Practice </a:t>
            </a:r>
          </a:p>
        </p:txBody>
      </p:sp>
    </p:spTree>
    <p:extLst>
      <p:ext uri="{BB962C8B-B14F-4D97-AF65-F5344CB8AC3E}">
        <p14:creationId xmlns:p14="http://schemas.microsoft.com/office/powerpoint/2010/main" val="1523912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012522"/>
              </p:ext>
            </p:extLst>
          </p:nvPr>
        </p:nvGraphicFramePr>
        <p:xfrm>
          <a:off x="1998554" y="1866292"/>
          <a:ext cx="8127999" cy="3530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27802732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739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60675282"/>
                    </a:ext>
                  </a:extLst>
                </a:gridCol>
              </a:tblGrid>
              <a:tr h="6737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winkl" panose="02000000000000000000" pitchFamily="2" charset="0"/>
                        </a:rPr>
                        <a:t>Carbohydrates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winkl" panose="02000000000000000000" pitchFamily="2" charset="0"/>
                        </a:rPr>
                        <a:t>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winkl" panose="02000000000000000000" pitchFamily="2" charset="0"/>
                        </a:rPr>
                        <a:t>Fats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894551"/>
                  </a:ext>
                </a:extLst>
              </a:tr>
              <a:tr h="28568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29124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6225" y="1238196"/>
            <a:ext cx="10332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Starter – </a:t>
            </a:r>
            <a:r>
              <a:rPr lang="en-US" sz="2400" dirty="0">
                <a:latin typeface="Comic Sans MS" panose="030F0702030302020204" pitchFamily="66" charset="0"/>
              </a:rPr>
              <a:t>Sort the different foods into the correct group.</a:t>
            </a:r>
          </a:p>
        </p:txBody>
      </p:sp>
      <p:pic>
        <p:nvPicPr>
          <p:cNvPr id="2050" name="Picture 2" descr="Bread Clip Art Images - Free Download on Freepi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6881" l="0" r="987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556" y="5625268"/>
            <a:ext cx="1347454" cy="103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asta Clipart Stock Illustrations – 6,396 Pasta Clipart Stock  Illustrations, Vectors &amp; Clipart - Dreamstime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50" b="37375" l="5250" r="49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6613" b="61905"/>
          <a:stretch/>
        </p:blipFill>
        <p:spPr bwMode="auto">
          <a:xfrm>
            <a:off x="10413247" y="3985664"/>
            <a:ext cx="1411380" cy="100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ugar Clipart Images | Free Download | PNG Transparent Background - Pngtre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500" b="96167" l="5167" r="94583">
                        <a14:foregroundMark x1="46417" y1="26083" x2="66083" y2="26667"/>
                        <a14:foregroundMark x1="65333" y1="29000" x2="48583" y2="30083"/>
                        <a14:foregroundMark x1="48000" y1="30083" x2="50667" y2="22917"/>
                        <a14:foregroundMark x1="50667" y1="22667" x2="39750" y2="29333"/>
                        <a14:foregroundMark x1="39750" y1="29333" x2="70917" y2="31667"/>
                        <a14:foregroundMark x1="67750" y1="28500" x2="64750" y2="24250"/>
                        <a14:foregroundMark x1="64750" y1="24250" x2="62417" y2="21583"/>
                        <a14:foregroundMark x1="62417" y1="21583" x2="72000" y2="31167"/>
                        <a14:foregroundMark x1="72000" y1="31167" x2="41917" y2="31667"/>
                        <a14:foregroundMark x1="41917" y1="31667" x2="47250" y2="18667"/>
                        <a14:foregroundMark x1="47250" y1="18667" x2="36583" y2="29583"/>
                        <a14:foregroundMark x1="36583" y1="29583" x2="54667" y2="20250"/>
                        <a14:foregroundMark x1="42667" y1="86250" x2="19250" y2="87333"/>
                        <a14:foregroundMark x1="19250" y1="87333" x2="25917" y2="76667"/>
                        <a14:foregroundMark x1="25917" y1="77750" x2="15500" y2="83583"/>
                        <a14:foregroundMark x1="15500" y1="83583" x2="30167" y2="83917"/>
                        <a14:foregroundMark x1="30417" y1="83917" x2="21083" y2="77250"/>
                        <a14:foregroundMark x1="21083" y1="77250" x2="12333" y2="84417"/>
                        <a14:foregroundMark x1="13417" y1="84417" x2="17083" y2="88917"/>
                        <a14:foregroundMark x1="17083" y1="88917" x2="36333" y2="90250"/>
                        <a14:foregroundMark x1="36333" y1="90250" x2="39500" y2="79667"/>
                        <a14:foregroundMark x1="39250" y1="79667" x2="44000" y2="89250"/>
                        <a14:foregroundMark x1="44000" y1="89250" x2="44250" y2="83083"/>
                        <a14:foregroundMark x1="44250" y1="83083" x2="35500" y2="76667"/>
                        <a14:foregroundMark x1="35500" y1="76667" x2="31750" y2="83917"/>
                        <a14:foregroundMark x1="33083" y1="82833" x2="40250" y2="91083"/>
                        <a14:foregroundMark x1="40583" y1="90833" x2="46417" y2="87083"/>
                        <a14:foregroundMark x1="66083" y1="46417" x2="62833" y2="45833"/>
                        <a14:foregroundMark x1="70000" y1="45333" x2="57000" y2="44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" y="2764860"/>
            <a:ext cx="1454932" cy="145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ultural Food Clipart-bowl of rice clip art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748" y="5611493"/>
            <a:ext cx="1310701" cy="98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remium Vector | Fried Chicken Fast Food Clipart Illustration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4274" b="98291" l="0" r="97125">
                        <a14:foregroundMark x1="88498" y1="31838" x2="87700" y2="38034"/>
                        <a14:foregroundMark x1="83067" y1="30556" x2="81150" y2="2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1" y="4746309"/>
            <a:ext cx="1740307" cy="1301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Eggs Carton Stock Illustrations – 2,857 Eggs Carton Stock Illustrations,  Vectors &amp; Clipart - Dreamstim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420" b="94755" l="3875" r="95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766" y="5396839"/>
            <a:ext cx="2086997" cy="1492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Fish Food Clipart Photos, Images &amp; Pictures | Shutterstock"/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84286" l="8202" r="88013">
                        <a14:foregroundMark x1="57413" y1="68571" x2="52681" y2="68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345" t="6071" r="9013" b="16106"/>
          <a:stretch/>
        </p:blipFill>
        <p:spPr bwMode="auto">
          <a:xfrm>
            <a:off x="7454525" y="5393064"/>
            <a:ext cx="1824875" cy="149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Premium Vector | Bottle of Cooking Oil Clipart"/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088" t="7759" r="31774" b="7774"/>
          <a:stretch/>
        </p:blipFill>
        <p:spPr bwMode="auto">
          <a:xfrm>
            <a:off x="10490351" y="2067245"/>
            <a:ext cx="883135" cy="1813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Stick Butter Stock Illustrations – 1,569 Stick Butter Stock Illustrations,  Vectors &amp; Clipart - Dreamstime"/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7905" r="11947" b="19810"/>
          <a:stretch/>
        </p:blipFill>
        <p:spPr bwMode="auto">
          <a:xfrm>
            <a:off x="5358986" y="5501715"/>
            <a:ext cx="1437191" cy="118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16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7.40741E-7 L 0.15013 -0.0689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0" y="-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44444E-6 L 0.38607 -0.3486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97" y="-1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33333E-6 L 0.26628 -0.2185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07" y="-10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85185E-6 L -0.01679 -0.4469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6" y="-2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07407E-6 L 0.17422 -0.4291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11" y="-21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85185E-6 L -0.14076 -0.3298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44" y="-1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7037E-6 L -0.64987 -0.179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500" y="-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7037E-7 L -0.58216 0.04028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15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4.81481E-6 L -0.10729 0.2224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65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2751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With your partner answer these questions.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1" y="2877003"/>
            <a:ext cx="11913274" cy="17385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145485" y="2944224"/>
            <a:ext cx="754743" cy="40322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16344" y="3343047"/>
            <a:ext cx="821070" cy="40322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049507" y="3746273"/>
            <a:ext cx="754743" cy="40322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180758" y="4149499"/>
            <a:ext cx="754743" cy="40322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60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352" l="354" r="100000">
                        <a14:foregroundMark x1="65133" y1="7143" x2="84602" y2="98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6428" y="1405110"/>
            <a:ext cx="8463964" cy="5452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16676" y="6233180"/>
            <a:ext cx="1745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Page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16" y="1405110"/>
            <a:ext cx="29048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Read the text by yourself.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16" y="4448076"/>
            <a:ext cx="38157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Finished? Think!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dirty="0">
                <a:latin typeface="Comic Sans MS" panose="030F0702030302020204" pitchFamily="66" charset="0"/>
              </a:rPr>
              <a:t>How healthy is your diet?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dirty="0">
                <a:latin typeface="Comic Sans MS" panose="030F0702030302020204" pitchFamily="66" charset="0"/>
              </a:rPr>
              <a:t>How could you make it healthier?</a:t>
            </a:r>
          </a:p>
        </p:txBody>
      </p:sp>
    </p:spTree>
    <p:extLst>
      <p:ext uri="{BB962C8B-B14F-4D97-AF65-F5344CB8AC3E}">
        <p14:creationId xmlns:p14="http://schemas.microsoft.com/office/powerpoint/2010/main" val="87975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68" y="2740251"/>
            <a:ext cx="11429969" cy="19914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93524" y="1339796"/>
            <a:ext cx="5138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Let’s read together</a:t>
            </a:r>
          </a:p>
        </p:txBody>
      </p:sp>
    </p:spTree>
    <p:extLst>
      <p:ext uri="{BB962C8B-B14F-4D97-AF65-F5344CB8AC3E}">
        <p14:creationId xmlns:p14="http://schemas.microsoft.com/office/powerpoint/2010/main" val="1205920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3524" y="1339796"/>
            <a:ext cx="513805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omic Sans MS" panose="030F0702030302020204" pitchFamily="66" charset="0"/>
              </a:rPr>
              <a:t>Let’s read together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0737" y1="6957" x2="17358" y2="6377"/>
                        <a14:foregroundMark x1="17358" y1="7246" x2="85561" y2="16522"/>
                        <a14:foregroundMark x1="83717" y1="13623" x2="47619" y2="90145"/>
                        <a14:foregroundMark x1="47005" y1="90435" x2="26114" y2="91884"/>
                        <a14:foregroundMark x1="26114" y1="91884" x2="64977" y2="31594"/>
                        <a14:foregroundMark x1="64977" y1="30435" x2="88633" y2="50725"/>
                        <a14:foregroundMark x1="88786" y1="51014" x2="77266" y2="94203"/>
                        <a14:foregroundMark x1="77266" y1="94203" x2="94624" y2="85217"/>
                        <a14:foregroundMark x1="94624" y1="84638" x2="53456" y2="84348"/>
                        <a14:foregroundMark x1="53303" y1="84348" x2="93088" y2="27246"/>
                        <a14:foregroundMark x1="93088" y1="27246" x2="94009" y2="3478"/>
                        <a14:foregroundMark x1="20276" y1="7246" x2="13057" y2="89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6526" y="2109237"/>
            <a:ext cx="8481422" cy="449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424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3524" y="1339796"/>
            <a:ext cx="513805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omic Sans MS" panose="030F0702030302020204" pitchFamily="66" charset="0"/>
              </a:rPr>
              <a:t>Let’s read together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98933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8657" y="2210837"/>
            <a:ext cx="7870372" cy="424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84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3524" y="1339796"/>
            <a:ext cx="5138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Let’s read together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934" l="0" r="9988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716" y="2682874"/>
            <a:ext cx="11938418" cy="322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0" y="129605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WALT: </a:t>
            </a:r>
            <a:r>
              <a:rPr lang="en-US" sz="3200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162" y="1537686"/>
            <a:ext cx="97706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Use the text to write your own healthy eating tips.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u="sng" dirty="0">
                <a:latin typeface="Comic Sans MS" panose="030F0702030302020204" pitchFamily="66" charset="0"/>
              </a:rPr>
              <a:t>Modelling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E1A16A-6C5F-4E1A-9C8D-6F22CC0E8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6" y="980494"/>
            <a:ext cx="784995" cy="15112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DD99A6-E8C1-45AA-BE73-2774130AD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653" y="915734"/>
            <a:ext cx="784995" cy="164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5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0" y="129605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WALT: </a:t>
            </a:r>
            <a:r>
              <a:rPr lang="en-US" sz="3200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162" y="1537686"/>
            <a:ext cx="9770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With support, use the text to write your own healthy eating tips.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6161" y="3327484"/>
            <a:ext cx="9770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Independently, use the text to write your own healthy eating tips.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1305" y="5213976"/>
            <a:ext cx="9770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Use your prior knowledge to write your own healthy eating tips.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E1A16A-6C5F-4E1A-9C8D-6F22CC0E8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784995" cy="15112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DD99A6-E8C1-45AA-BE73-2774130AD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661" y="2799522"/>
            <a:ext cx="784995" cy="16408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7C2ABF-A893-44D3-A715-8F07D8B5AD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165" y="4567055"/>
            <a:ext cx="784996" cy="177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29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With support, I can use the text to write healthy eating tips.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use the text to write healthy eating tips.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prior knowledge to write healthy eating tips.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6A343-27CC-488E-BDCD-033E1E627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05A57-47DC-4C4A-816C-F157B842C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3DC36B-2645-4798-A348-22C7C78F9A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24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754" y="1238196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Plenary </a:t>
            </a:r>
            <a:r>
              <a:rPr lang="en-US" sz="4000" dirty="0">
                <a:latin typeface="Comic Sans MS" panose="030F0702030302020204" pitchFamily="66" charset="0"/>
              </a:rPr>
              <a:t>– What did you learn this lesson?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2859313"/>
            <a:ext cx="7212084" cy="282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Did you learn any new healthy eating tips?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Which tips did you already know?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text.</a:t>
            </a:r>
          </a:p>
        </p:txBody>
      </p:sp>
      <p:pic>
        <p:nvPicPr>
          <p:cNvPr id="4098" name="Picture 2" descr="hannibal buress healthy eating GIF by The Eric Andre Show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915" y="2859313"/>
            <a:ext cx="5036457" cy="286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0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485</Words>
  <Application>Microsoft Office PowerPoint</Application>
  <PresentationFormat>Widescreen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Comic Sans MS</vt:lpstr>
      <vt:lpstr>Twinkl</vt:lpstr>
      <vt:lpstr>Office Theme</vt:lpstr>
      <vt:lpstr>English </vt:lpstr>
      <vt:lpstr>PowerPoint Presentation</vt:lpstr>
      <vt:lpstr>PowerPoint Presentation</vt:lpstr>
      <vt:lpstr>PowerPoint Presentation</vt:lpstr>
      <vt:lpstr>With your partner answer these questions.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 – What did you learn this lesson?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</dc:title>
  <dc:creator>Jonathan Michael Holliday (VSC-KTiH-MB)</dc:creator>
  <cp:lastModifiedBy>Colette Aisling Meade (VSC-KTiH-MB)</cp:lastModifiedBy>
  <cp:revision>22</cp:revision>
  <dcterms:created xsi:type="dcterms:W3CDTF">2024-09-13T01:05:33Z</dcterms:created>
  <dcterms:modified xsi:type="dcterms:W3CDTF">2026-09-17T04:56:45Z</dcterms:modified>
</cp:coreProperties>
</file>