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7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CC5F-F7E3-424E-AC38-703E6F992FAD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1724-8FCE-44A8-8A5B-C41D5BD4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94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CC5F-F7E3-424E-AC38-703E6F992FAD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1724-8FCE-44A8-8A5B-C41D5BD4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9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CC5F-F7E3-424E-AC38-703E6F992FAD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1724-8FCE-44A8-8A5B-C41D5BD4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56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CC5F-F7E3-424E-AC38-703E6F992FAD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1724-8FCE-44A8-8A5B-C41D5BD4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90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CC5F-F7E3-424E-AC38-703E6F992FAD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1724-8FCE-44A8-8A5B-C41D5BD4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8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CC5F-F7E3-424E-AC38-703E6F992FAD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1724-8FCE-44A8-8A5B-C41D5BD4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86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CC5F-F7E3-424E-AC38-703E6F992FAD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1724-8FCE-44A8-8A5B-C41D5BD4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57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CC5F-F7E3-424E-AC38-703E6F992FAD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1724-8FCE-44A8-8A5B-C41D5BD4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94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CC5F-F7E3-424E-AC38-703E6F992FAD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1724-8FCE-44A8-8A5B-C41D5BD4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8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CC5F-F7E3-424E-AC38-703E6F992FAD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1724-8FCE-44A8-8A5B-C41D5BD4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63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CC5F-F7E3-424E-AC38-703E6F992FAD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1724-8FCE-44A8-8A5B-C41D5BD4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226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CC">
            <a:alpha val="23137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ACC5F-F7E3-424E-AC38-703E6F992FAD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C1724-8FCE-44A8-8A5B-C41D5BD4C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12.jpe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youtube.com/watch?v=uMsEdM3wsP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6Sc.03 </a:t>
            </a:r>
            <a:r>
              <a:rPr lang="en-US" sz="4400" dirty="0">
                <a:latin typeface="Comic Sans MS" panose="030F0702030302020204" pitchFamily="66" charset="0"/>
              </a:rPr>
              <a:t>Ask questions to find out information and to clarify meaning on a range of topics and respond accordingly.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131936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Ask questions to find out information and to clarify meaning on a range of topics and respond accordingly.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I can say what my favourite sport 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say what the best thing about my favourite sport is and what equipment is needed.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70932" y="3770024"/>
            <a:ext cx="32210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I can give extra detail to my answers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1B7C9E-C3EB-4D17-BEF9-839D18414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83389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A4765F-72EC-45CA-AC97-5C94CB22A7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123710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FF622E-9590-4EE6-B20E-3D03470124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1010245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17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89" y="60898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Retrieval Practice</a:t>
            </a:r>
            <a:endParaRPr lang="en-US" sz="3200" dirty="0">
              <a:latin typeface="Comic Sans MS" panose="030F0702030302020204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1438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Ask questions to find out information and to clarify meaning on a range of topics and respond accordingly.</a:t>
            </a: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89" y="1517230"/>
            <a:ext cx="9202511" cy="30916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528" y="4318001"/>
            <a:ext cx="6822443" cy="24238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347200" y="4717259"/>
            <a:ext cx="1968500" cy="30975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347200" y="5774023"/>
            <a:ext cx="1968500" cy="30975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19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71767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 – </a:t>
            </a:r>
            <a:r>
              <a:rPr lang="en-US" sz="4000" dirty="0">
                <a:latin typeface="Comic Sans MS" panose="030F0702030302020204" pitchFamily="66" charset="0"/>
              </a:rPr>
              <a:t>Guess the sport from the equipment.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1438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Ask questions to find out information and to clarify meaning on a range of topics and respond accordingly.</a:t>
            </a: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2050" name="Picture 2" descr="A deep dive into the types of rugby equipment and gear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7778" l="889" r="99111">
                        <a14:foregroundMark x1="58667" y1="19556" x2="57333" y2="31556"/>
                        <a14:foregroundMark x1="86667" y1="38222" x2="78222" y2="39111"/>
                        <a14:foregroundMark x1="76444" y1="39556" x2="82222" y2="45333"/>
                        <a14:foregroundMark x1="81333" y1="44889" x2="72000" y2="36889"/>
                        <a14:foregroundMark x1="78667" y1="8889" x2="82222" y2="9333"/>
                        <a14:foregroundMark x1="82222" y1="9333" x2="82222" y2="9333"/>
                        <a14:foregroundMark x1="82222" y1="9333" x2="82222" y2="9333"/>
                        <a14:foregroundMark x1="77333" y1="27111" x2="77333" y2="27111"/>
                        <a14:foregroundMark x1="20444" y1="84889" x2="30667" y2="90667"/>
                        <a14:foregroundMark x1="55111" y1="84000" x2="82222" y2="80000"/>
                        <a14:foregroundMark x1="46222" y1="64889" x2="46222" y2="64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420" y="2129050"/>
            <a:ext cx="4510585" cy="451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69743" y="3922677"/>
            <a:ext cx="3002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Rugby</a:t>
            </a:r>
          </a:p>
        </p:txBody>
      </p:sp>
    </p:spTree>
    <p:extLst>
      <p:ext uri="{BB962C8B-B14F-4D97-AF65-F5344CB8AC3E}">
        <p14:creationId xmlns:p14="http://schemas.microsoft.com/office/powerpoint/2010/main" val="327440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71767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 – </a:t>
            </a:r>
            <a:r>
              <a:rPr lang="en-US" sz="4000" dirty="0">
                <a:latin typeface="Comic Sans MS" panose="030F0702030302020204" pitchFamily="66" charset="0"/>
              </a:rPr>
              <a:t>Guess the sport from the equipment.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1438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Ask questions to find out information and to clarify meaning on a range of topics and respond accordingly.</a:t>
            </a: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1562" y="3556854"/>
            <a:ext cx="4190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Horse Riding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949BEC-00A6-4973-B182-6F1ACB968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376" y="2422810"/>
            <a:ext cx="4487810" cy="340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98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8747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 – </a:t>
            </a:r>
            <a:r>
              <a:rPr lang="en-US" sz="4000" dirty="0">
                <a:latin typeface="Comic Sans MS" panose="030F0702030302020204" pitchFamily="66" charset="0"/>
              </a:rPr>
              <a:t>Guess the sport from the equipment.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1438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Ask questions to find out information and to clarify meaning on a range of topics and respond accordingly.</a:t>
            </a: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9516" y="3429000"/>
            <a:ext cx="4190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Basketball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8F73D8-30FF-4E03-A205-B69A20EFE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407" y="2409648"/>
            <a:ext cx="3377803" cy="331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29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8747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 – </a:t>
            </a:r>
            <a:r>
              <a:rPr lang="en-US" sz="4000" dirty="0">
                <a:latin typeface="Comic Sans MS" panose="030F0702030302020204" pitchFamily="66" charset="0"/>
              </a:rPr>
              <a:t>Guess the sport from the equipment.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1438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Ask questions to find out information and to clarify meaning on a range of topics and respond accordingly.</a:t>
            </a: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8266" y="3429000"/>
            <a:ext cx="4921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Hurling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C7F3A-CD9E-46D1-BB00-8506B9DDE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159" y="2103789"/>
            <a:ext cx="3969877" cy="401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93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1650" y="1271767"/>
            <a:ext cx="9639300" cy="34147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What equipment do the students in the audio recording need to play their sports?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Ask questions to find out information and to clarify meaning on a range of topics and respond accordingly.</a:t>
            </a:r>
          </a:p>
          <a:p>
            <a:endParaRPr lang="en-US" sz="1200" dirty="0">
              <a:latin typeface="Comic Sans MS" panose="030F0702030302020204" pitchFamily="66" charset="0"/>
            </a:endParaRPr>
          </a:p>
        </p:txBody>
      </p:sp>
      <p:pic>
        <p:nvPicPr>
          <p:cNvPr id="5" name="GE_6_Track_1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3067048"/>
            <a:ext cx="609600" cy="609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550" y="2804748"/>
            <a:ext cx="7391400" cy="376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6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30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5096" y="8360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Talk to your partner ask and answer these </a:t>
            </a:r>
            <a:r>
              <a:rPr lang="en-US" sz="2800" b="1" dirty="0">
                <a:latin typeface="Comic Sans MS" panose="030F0702030302020204" pitchFamily="66" charset="0"/>
              </a:rPr>
              <a:t>three</a:t>
            </a:r>
            <a:r>
              <a:rPr lang="en-US" sz="2800" dirty="0">
                <a:latin typeface="Comic Sans MS" panose="030F0702030302020204" pitchFamily="66" charset="0"/>
              </a:rPr>
              <a:t> questions.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5096" y="2159091"/>
            <a:ext cx="10515600" cy="1833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What is your favourite sport?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What is the best thing about your favourite sport?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What equipment do you need for your favourite sport?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Ask questions to find out information and to clarify meaning on a range of topics and respond accordingly.</a:t>
            </a: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97220" y="5238122"/>
            <a:ext cx="9773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Give more detail in your answers. Why is X the best thing? Why do you need this equipment? Is it expensive / comfortable / necessary etc.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DA1C98-FFC7-4127-95CC-C39A19B30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5742" y="731373"/>
            <a:ext cx="877230" cy="16888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9E44D0-3948-459C-AFC9-FB9640BEF1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42" y="2304007"/>
            <a:ext cx="877230" cy="18336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7F6D70-3DDB-48E1-AF63-20AB052F3A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66" y="4696413"/>
            <a:ext cx="877230" cy="198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68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Ask questions to find out information and to clarify meaning on a range of topics and respond accordingly.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I can say what my favourite sport 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say what the best thing about my favourite sport is and what equipment is needed.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70932" y="3770024"/>
            <a:ext cx="32210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I can give extra detail to my answers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1B7C9E-C3EB-4D17-BEF9-839D18414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3661" y="1383389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A4765F-72EC-45CA-AC97-5C94CB22A7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554" y="1123710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FF622E-9590-4EE6-B20E-3D03470124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849" y="1010245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32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754" y="1238196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Plenary</a:t>
            </a:r>
            <a:r>
              <a:rPr lang="en-US" sz="4000" dirty="0">
                <a:latin typeface="Comic Sans MS" panose="030F0702030302020204" pitchFamily="66" charset="0"/>
              </a:rPr>
              <a:t> – What sport do you think is being commentated on here?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Ask questions to find out information and to clarify meaning on a range of topics and respond accordingly.</a:t>
            </a:r>
          </a:p>
        </p:txBody>
      </p:sp>
      <p:pic>
        <p:nvPicPr>
          <p:cNvPr id="3" name="Jonny Wilkinson's memorable drop goal v Australia at RWC 2003 with comms!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69583" y="4193536"/>
            <a:ext cx="609600" cy="609600"/>
          </a:xfrm>
          <a:prstGeom prst="rect">
            <a:avLst/>
          </a:prstGeom>
        </p:spPr>
      </p:pic>
      <p:pic>
        <p:nvPicPr>
          <p:cNvPr id="1026" name="Picture 2" descr="15 Great RWC Moments: Jonny Wilkinson drop goal (2003)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621" y="2563759"/>
            <a:ext cx="5108645" cy="287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424382" y="5663820"/>
            <a:ext cx="3343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Rugby</a:t>
            </a:r>
          </a:p>
        </p:txBody>
      </p:sp>
    </p:spTree>
    <p:extLst>
      <p:ext uri="{BB962C8B-B14F-4D97-AF65-F5344CB8AC3E}">
        <p14:creationId xmlns:p14="http://schemas.microsoft.com/office/powerpoint/2010/main" val="139710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7361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90909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Ask questions to find out information and to clarify meaning on a range of topics and respond accordingly.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9304EA-CFD5-42BB-860D-3361517D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45BD12-6157-4D54-8541-F1CC1A367A13}"/>
              </a:ext>
            </a:extLst>
          </p:cNvPr>
          <p:cNvSpPr txBox="1"/>
          <p:nvPr/>
        </p:nvSpPr>
        <p:spPr>
          <a:xfrm>
            <a:off x="498107" y="182106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https://www.youtube.com/watch?v=uMsEdM3wsP8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70308A-E7C3-4CDF-910F-35FF409DB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133" y="2452782"/>
            <a:ext cx="5505733" cy="351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96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1690</TotalTime>
  <Words>482</Words>
  <Application>Microsoft Office PowerPoint</Application>
  <PresentationFormat>Widescreen</PresentationFormat>
  <Paragraphs>39</Paragraphs>
  <Slides>12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</vt:lpstr>
      <vt:lpstr>Starter – Guess the sport from the equipment.</vt:lpstr>
      <vt:lpstr>Starter – Guess the sport from the equipment.</vt:lpstr>
      <vt:lpstr>Starter – Guess the sport from the equipment.</vt:lpstr>
      <vt:lpstr>Starter – Guess the sport from the equipment.</vt:lpstr>
      <vt:lpstr>PowerPoint Presentation</vt:lpstr>
      <vt:lpstr>Talk to your partner ask and answer these three questions. </vt:lpstr>
      <vt:lpstr>PowerPoint Presentation</vt:lpstr>
      <vt:lpstr>Plenary – What sport do you think is being commentated on here?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 Aisling Meade (VSC-KTiH-MB)</cp:lastModifiedBy>
  <cp:revision>16</cp:revision>
  <dcterms:created xsi:type="dcterms:W3CDTF">2024-09-11T01:36:39Z</dcterms:created>
  <dcterms:modified xsi:type="dcterms:W3CDTF">2026-09-17T03:58:26Z</dcterms:modified>
</cp:coreProperties>
</file>