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74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8" autoAdjust="0"/>
    <p:restoredTop sz="94660"/>
  </p:normalViewPr>
  <p:slideViewPr>
    <p:cSldViewPr snapToGrid="0">
      <p:cViewPr>
        <p:scale>
          <a:sx n="66" d="100"/>
          <a:sy n="66" d="100"/>
        </p:scale>
        <p:origin x="65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141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89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15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31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55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60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619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133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9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4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55409-3F01-417C-95F5-A887D11611B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779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FFCC">
            <a:alpha val="23137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55409-3F01-417C-95F5-A887D11611B0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7AB4B-861B-4493-9205-C14018D947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82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5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microsoft.com/office/2007/relationships/hdphoto" Target="../media/hdphoto4.wdp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5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microsoft.com/office/2007/relationships/hdphoto" Target="../media/hdphoto4.wdp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5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microsoft.com/office/2007/relationships/hdphoto" Target="../media/hdphoto4.wdp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5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microsoft.com/office/2007/relationships/hdphoto" Target="../media/hdphoto4.wdp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0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8542" y="2040258"/>
            <a:ext cx="10588079" cy="4061472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4400" b="1" dirty="0">
                <a:latin typeface="Comic Sans MS" panose="030F0702030302020204" pitchFamily="66" charset="0"/>
              </a:rPr>
              <a:t>Thursday 17</a:t>
            </a:r>
            <a:r>
              <a:rPr lang="en-US" sz="4400" b="1" baseline="30000" dirty="0">
                <a:latin typeface="Comic Sans MS" panose="030F0702030302020204" pitchFamily="66" charset="0"/>
              </a:rPr>
              <a:t>th</a:t>
            </a:r>
            <a:r>
              <a:rPr lang="en-US" sz="4400" b="1" dirty="0">
                <a:latin typeface="Comic Sans MS" panose="030F0702030302020204" pitchFamily="66" charset="0"/>
              </a:rPr>
              <a:t> September 2026 </a:t>
            </a:r>
          </a:p>
          <a:p>
            <a:pPr algn="l"/>
            <a:endParaRPr lang="en-US" sz="4400" b="1" dirty="0">
              <a:latin typeface="Comic Sans MS" panose="030F0702030302020204" pitchFamily="66" charset="0"/>
            </a:endParaRPr>
          </a:p>
          <a:p>
            <a:pPr algn="l"/>
            <a:r>
              <a:rPr lang="en-US" sz="44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4400" b="1" dirty="0">
                <a:latin typeface="Comic Sans MS" panose="030F0702030302020204" pitchFamily="66" charset="0"/>
              </a:rPr>
              <a:t>6Lm.01 – </a:t>
            </a:r>
            <a:r>
              <a:rPr lang="en-US" sz="4400" dirty="0">
                <a:latin typeface="Comic Sans MS" panose="030F0702030302020204" pitchFamily="66" charset="0"/>
              </a:rPr>
              <a:t>Understand, with support, most of the main points of short and extended talk.</a:t>
            </a:r>
            <a:endParaRPr lang="en-US" sz="4400" b="1" dirty="0"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Sport</a:t>
            </a:r>
          </a:p>
        </p:txBody>
      </p:sp>
    </p:spTree>
    <p:extLst>
      <p:ext uri="{BB962C8B-B14F-4D97-AF65-F5344CB8AC3E}">
        <p14:creationId xmlns:p14="http://schemas.microsoft.com/office/powerpoint/2010/main" val="4254474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main points of short and extended talk.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identify sports from an audio recording.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answer true or false questions about an audio recording.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discuss the reasons the children in the audio recording had for liking sports.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BF467A-78C3-49EB-A510-576C4A48FA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7116C1A-4CD7-45EE-B515-B86E9365DB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8D593F-06A4-4C6E-AE07-437947AF03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007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71602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Starter</a:t>
            </a:r>
            <a:endParaRPr lang="en-US" sz="3600" dirty="0">
              <a:latin typeface="Comic Sans MS" panose="030F0702030302020204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71438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Understand, with support, most of the main points of short and extended talk.</a:t>
            </a:r>
            <a:endParaRPr lang="en-US" sz="2000" b="1" dirty="0">
              <a:latin typeface="Comic Sans MS" panose="030F0702030302020204" pitchFamily="66" charset="0"/>
            </a:endParaRPr>
          </a:p>
          <a:p>
            <a:endParaRPr lang="en-US" sz="1200" dirty="0">
              <a:latin typeface="Comic Sans MS" panose="030F0702030302020204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97423" y="1561178"/>
            <a:ext cx="337206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Which part of this unit are you looking forward to the most?</a:t>
            </a:r>
          </a:p>
          <a:p>
            <a:endParaRPr lang="en-US" sz="2400" b="1" dirty="0">
              <a:latin typeface="Comic Sans MS" panose="030F0702030302020204" pitchFamily="66" charset="0"/>
            </a:endParaRPr>
          </a:p>
          <a:p>
            <a:r>
              <a:rPr lang="en-US" sz="2400" b="1" dirty="0">
                <a:latin typeface="Comic Sans MS" panose="030F0702030302020204" pitchFamily="66" charset="0"/>
              </a:rPr>
              <a:t>Which do you think might be the most challenging?</a:t>
            </a:r>
          </a:p>
          <a:p>
            <a:endParaRPr lang="en-US" sz="1400" dirty="0">
              <a:latin typeface="Comic Sans MS" panose="030F0702030302020204" pitchFamily="66" charset="0"/>
            </a:endParaRPr>
          </a:p>
          <a:p>
            <a:endParaRPr lang="en-US" sz="1400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3" y="3281220"/>
            <a:ext cx="7000875" cy="29432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13" y="1661970"/>
            <a:ext cx="5172075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350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811" y="965289"/>
            <a:ext cx="9943531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Can you name the sports in the pictures?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9003881" y="1487919"/>
            <a:ext cx="3007626" cy="17625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Comic Sans MS" panose="030F0702030302020204" pitchFamily="66" charset="0"/>
              </a:rPr>
              <a:t>Have you ever done any of these sports?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9003881" y="4582816"/>
            <a:ext cx="2778455" cy="17608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Comic Sans MS" panose="030F0702030302020204" pitchFamily="66" charset="0"/>
              </a:rPr>
              <a:t>Which sports do you do?</a:t>
            </a:r>
          </a:p>
        </p:txBody>
      </p:sp>
      <p:pic>
        <p:nvPicPr>
          <p:cNvPr id="1026" name="Picture 2" descr="17 Facts About Athletics - Facts.ne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" y="2290853"/>
            <a:ext cx="2881611" cy="1919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lympic gymnastics: schedule, venue &amp; events - is Simone Biles competing? -  BBC Sport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52" r="6193"/>
          <a:stretch/>
        </p:blipFill>
        <p:spPr bwMode="auto">
          <a:xfrm>
            <a:off x="3370995" y="2225421"/>
            <a:ext cx="2724150" cy="1984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aralympicsGB | Badminton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67" t="1600" r="7596"/>
          <a:stretch/>
        </p:blipFill>
        <p:spPr bwMode="auto">
          <a:xfrm>
            <a:off x="304799" y="4326134"/>
            <a:ext cx="2607008" cy="2274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Volleyball - FISU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5333" y="2290852"/>
            <a:ext cx="2628360" cy="1751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hysical Therapy in Wellesley for Field Hockey - Introduction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18" t="3000" r="18703" b="3334"/>
          <a:stretch/>
        </p:blipFill>
        <p:spPr bwMode="auto">
          <a:xfrm>
            <a:off x="3370994" y="4422896"/>
            <a:ext cx="2572628" cy="2177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ow to improve you judo in 2022 - KL Judo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357" y="4533101"/>
            <a:ext cx="2772312" cy="2002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/>
          <p:cNvSpPr/>
          <p:nvPr/>
        </p:nvSpPr>
        <p:spPr>
          <a:xfrm>
            <a:off x="0" y="71438"/>
            <a:ext cx="12192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main points of short and extended talk.</a:t>
            </a:r>
            <a:endParaRPr lang="en-US" b="1" dirty="0">
              <a:latin typeface="Comic Sans MS" panose="030F0702030302020204" pitchFamily="66" charset="0"/>
            </a:endParaRPr>
          </a:p>
          <a:p>
            <a:endParaRPr lang="en-US" sz="1100" dirty="0">
              <a:latin typeface="Comic Sans MS" panose="030F0702030302020204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48251" y="3864469"/>
            <a:ext cx="1435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Comic Sans MS" panose="030F0702030302020204" pitchFamily="66" charset="0"/>
              </a:rPr>
              <a:t>athletics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7313" y="2383082"/>
            <a:ext cx="1435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Comic Sans MS" panose="030F0702030302020204" pitchFamily="66" charset="0"/>
              </a:rPr>
              <a:t>gymnastics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0844" y="1829239"/>
            <a:ext cx="18929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mic Sans MS" panose="030F0702030302020204" pitchFamily="66" charset="0"/>
              </a:rPr>
              <a:t>volleyball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135" y="4410860"/>
            <a:ext cx="18929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Comic Sans MS" panose="030F0702030302020204" pitchFamily="66" charset="0"/>
              </a:rPr>
              <a:t>badminton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0844" y="6138667"/>
            <a:ext cx="1892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mic Sans MS" panose="030F0702030302020204" pitchFamily="66" charset="0"/>
              </a:rPr>
              <a:t>hockey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0944" y="6488668"/>
            <a:ext cx="1892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judo</a:t>
            </a:r>
          </a:p>
        </p:txBody>
      </p:sp>
    </p:spTree>
    <p:extLst>
      <p:ext uri="{BB962C8B-B14F-4D97-AF65-F5344CB8AC3E}">
        <p14:creationId xmlns:p14="http://schemas.microsoft.com/office/powerpoint/2010/main" val="140401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18" grpId="0"/>
      <p:bldP spid="19" grpId="0"/>
      <p:bldP spid="20" grpId="0"/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sz="4000" dirty="0">
              <a:latin typeface="Comic Sans MS" panose="030F0702030302020204" pitchFamily="6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15" y="1438274"/>
            <a:ext cx="11235170" cy="16478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1438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talk.</a:t>
            </a:r>
            <a:endParaRPr lang="en-US" sz="2400" b="1" dirty="0">
              <a:latin typeface="Comic Sans MS" panose="030F0702030302020204" pitchFamily="66" charset="0"/>
            </a:endParaRPr>
          </a:p>
          <a:p>
            <a:endParaRPr lang="en-US" sz="1400" dirty="0">
              <a:latin typeface="Comic Sans MS" panose="030F0702030302020204" pitchFamily="66" charset="0"/>
            </a:endParaRPr>
          </a:p>
        </p:txBody>
      </p:sp>
      <p:pic>
        <p:nvPicPr>
          <p:cNvPr id="6" name="GE_6_Track_1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89025" y="4210048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784600" y="3753673"/>
            <a:ext cx="8407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Listen to the children talking about sport.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Which sports from the list above are they talking about?</a:t>
            </a:r>
          </a:p>
        </p:txBody>
      </p:sp>
    </p:spTree>
    <p:extLst>
      <p:ext uri="{BB962C8B-B14F-4D97-AF65-F5344CB8AC3E}">
        <p14:creationId xmlns:p14="http://schemas.microsoft.com/office/powerpoint/2010/main" val="3020382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30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10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1438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talk.</a:t>
            </a:r>
            <a:endParaRPr lang="en-US" sz="2400" b="1" dirty="0">
              <a:latin typeface="Comic Sans MS" panose="030F0702030302020204" pitchFamily="66" charset="0"/>
            </a:endParaRPr>
          </a:p>
          <a:p>
            <a:endParaRPr lang="en-US" sz="1400" dirty="0">
              <a:latin typeface="Comic Sans MS" panose="030F0702030302020204" pitchFamily="66" charset="0"/>
            </a:endParaRPr>
          </a:p>
        </p:txBody>
      </p:sp>
      <p:pic>
        <p:nvPicPr>
          <p:cNvPr id="5" name="GE_6_Track_1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7813" y="1587958"/>
            <a:ext cx="609600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8713" y="1043396"/>
            <a:ext cx="96916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If you think the statement is TRUE stand up.</a:t>
            </a:r>
          </a:p>
          <a:p>
            <a:endParaRPr lang="en-US" sz="3200" dirty="0">
              <a:latin typeface="Comic Sans MS" panose="030F0702030302020204" pitchFamily="66" charset="0"/>
            </a:endParaRPr>
          </a:p>
          <a:p>
            <a:endParaRPr lang="en-US" sz="3200" dirty="0">
              <a:latin typeface="Comic Sans MS" panose="030F0702030302020204" pitchFamily="66" charset="0"/>
            </a:endParaRPr>
          </a:p>
          <a:p>
            <a:r>
              <a:rPr lang="en-US" sz="3200" dirty="0">
                <a:latin typeface="Comic Sans MS" panose="030F0702030302020204" pitchFamily="66" charset="0"/>
              </a:rPr>
              <a:t>If you think the statement is FALSE put your hands on your head.</a:t>
            </a:r>
          </a:p>
        </p:txBody>
      </p:sp>
      <p:pic>
        <p:nvPicPr>
          <p:cNvPr id="2050" name="Picture 2" descr="Kids Warmer: Stand up, sit down — TEFL Lemon: Free ESL lesson ideas and  great content for TEFL teachers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9095" l="9050" r="95023">
                        <a14:foregroundMark x1="60181" y1="58597" x2="62670" y2="92081"/>
                        <a14:foregroundMark x1="37330" y1="54977" x2="36425" y2="60633"/>
                        <a14:foregroundMark x1="21267" y1="73077" x2="21267" y2="74434"/>
                        <a14:foregroundMark x1="21267" y1="74434" x2="38235" y2="730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2826" y="677965"/>
            <a:ext cx="1835150" cy="183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ands Head Stock Illustrations – 27,082 Hands Head Stock Illustrations,  Vectors &amp; Clipart - Dreamstime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598" b="93846" l="750" r="992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612"/>
          <a:stretch/>
        </p:blipFill>
        <p:spPr bwMode="auto">
          <a:xfrm>
            <a:off x="10108529" y="2675346"/>
            <a:ext cx="1423744" cy="1419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4495" y="4702175"/>
            <a:ext cx="11347778" cy="110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894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630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7800" y="71438"/>
            <a:ext cx="12014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talk.</a:t>
            </a:r>
            <a:endParaRPr lang="en-US" sz="2400" b="1" dirty="0">
              <a:latin typeface="Comic Sans MS" panose="030F0702030302020204" pitchFamily="66" charset="0"/>
            </a:endParaRPr>
          </a:p>
          <a:p>
            <a:endParaRPr lang="en-US" sz="1400" dirty="0">
              <a:latin typeface="Comic Sans MS" panose="030F0702030302020204" pitchFamily="66" charset="0"/>
            </a:endParaRPr>
          </a:p>
        </p:txBody>
      </p:sp>
      <p:pic>
        <p:nvPicPr>
          <p:cNvPr id="5" name="GE_6_Track_1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7813" y="1587958"/>
            <a:ext cx="609600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8713" y="1043396"/>
            <a:ext cx="96916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If you think the statement is TRUE stand up.</a:t>
            </a:r>
          </a:p>
          <a:p>
            <a:endParaRPr lang="en-US" sz="3200" dirty="0">
              <a:latin typeface="Comic Sans MS" panose="030F0702030302020204" pitchFamily="66" charset="0"/>
            </a:endParaRPr>
          </a:p>
          <a:p>
            <a:endParaRPr lang="en-US" sz="3200" dirty="0">
              <a:latin typeface="Comic Sans MS" panose="030F0702030302020204" pitchFamily="66" charset="0"/>
            </a:endParaRPr>
          </a:p>
          <a:p>
            <a:r>
              <a:rPr lang="en-US" sz="3200" dirty="0">
                <a:latin typeface="Comic Sans MS" panose="030F0702030302020204" pitchFamily="66" charset="0"/>
              </a:rPr>
              <a:t>If you think the statement is FALSE put your hands on your head.</a:t>
            </a:r>
          </a:p>
        </p:txBody>
      </p:sp>
      <p:pic>
        <p:nvPicPr>
          <p:cNvPr id="2050" name="Picture 2" descr="Kids Warmer: Stand up, sit down — TEFL Lemon: Free ESL lesson ideas and  great content for TEFL teachers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9095" l="9050" r="95023">
                        <a14:foregroundMark x1="60181" y1="58597" x2="62670" y2="92081"/>
                        <a14:foregroundMark x1="37330" y1="54977" x2="36425" y2="60633"/>
                        <a14:foregroundMark x1="21267" y1="73077" x2="21267" y2="74434"/>
                        <a14:foregroundMark x1="21267" y1="74434" x2="38235" y2="730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2826" y="677965"/>
            <a:ext cx="1835150" cy="183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ands Head Stock Illustrations – 27,082 Hands Head Stock Illustrations,  Vectors &amp; Clipart - Dreamstime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598" b="93846" l="750" r="992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612"/>
          <a:stretch/>
        </p:blipFill>
        <p:spPr bwMode="auto">
          <a:xfrm>
            <a:off x="10108529" y="2675346"/>
            <a:ext cx="1423744" cy="1419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640" y="4877676"/>
            <a:ext cx="11041633" cy="58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963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630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1438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talk.</a:t>
            </a:r>
            <a:endParaRPr lang="en-US" sz="2400" b="1" dirty="0">
              <a:latin typeface="Comic Sans MS" panose="030F0702030302020204" pitchFamily="66" charset="0"/>
            </a:endParaRPr>
          </a:p>
          <a:p>
            <a:endParaRPr lang="en-US" sz="1400" dirty="0">
              <a:latin typeface="Comic Sans MS" panose="030F0702030302020204" pitchFamily="66" charset="0"/>
            </a:endParaRPr>
          </a:p>
        </p:txBody>
      </p:sp>
      <p:pic>
        <p:nvPicPr>
          <p:cNvPr id="5" name="GE_6_Track_1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7813" y="1587958"/>
            <a:ext cx="609600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8713" y="1043396"/>
            <a:ext cx="96916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If you think the statement is TRUE stand up.</a:t>
            </a:r>
          </a:p>
          <a:p>
            <a:endParaRPr lang="en-US" sz="3200" dirty="0">
              <a:latin typeface="Comic Sans MS" panose="030F0702030302020204" pitchFamily="66" charset="0"/>
            </a:endParaRPr>
          </a:p>
          <a:p>
            <a:endParaRPr lang="en-US" sz="3200" dirty="0">
              <a:latin typeface="Comic Sans MS" panose="030F0702030302020204" pitchFamily="66" charset="0"/>
            </a:endParaRPr>
          </a:p>
          <a:p>
            <a:r>
              <a:rPr lang="en-US" sz="3200" dirty="0">
                <a:latin typeface="Comic Sans MS" panose="030F0702030302020204" pitchFamily="66" charset="0"/>
              </a:rPr>
              <a:t>If you think the statement is FALSE put your hands on your head.</a:t>
            </a:r>
          </a:p>
        </p:txBody>
      </p:sp>
      <p:pic>
        <p:nvPicPr>
          <p:cNvPr id="2050" name="Picture 2" descr="Kids Warmer: Stand up, sit down — TEFL Lemon: Free ESL lesson ideas and  great content for TEFL teachers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9095" l="9050" r="95023">
                        <a14:foregroundMark x1="60181" y1="58597" x2="62670" y2="92081"/>
                        <a14:foregroundMark x1="37330" y1="54977" x2="36425" y2="60633"/>
                        <a14:foregroundMark x1="21267" y1="73077" x2="21267" y2="74434"/>
                        <a14:foregroundMark x1="21267" y1="74434" x2="38235" y2="730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2826" y="677965"/>
            <a:ext cx="1835150" cy="183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ands Head Stock Illustrations – 27,082 Hands Head Stock Illustrations,  Vectors &amp; Clipart - Dreamstime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598" b="93846" l="750" r="992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612"/>
          <a:stretch/>
        </p:blipFill>
        <p:spPr bwMode="auto">
          <a:xfrm>
            <a:off x="10108529" y="2675346"/>
            <a:ext cx="1423744" cy="1419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212" y="4877676"/>
            <a:ext cx="11624628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206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630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1438"/>
            <a:ext cx="1219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talk.</a:t>
            </a:r>
            <a:endParaRPr lang="en-US" sz="2400" b="1" dirty="0">
              <a:latin typeface="Comic Sans MS" panose="030F0702030302020204" pitchFamily="66" charset="0"/>
            </a:endParaRPr>
          </a:p>
          <a:p>
            <a:endParaRPr lang="en-US" sz="1400" dirty="0">
              <a:latin typeface="Comic Sans MS" panose="030F0702030302020204" pitchFamily="66" charset="0"/>
            </a:endParaRPr>
          </a:p>
        </p:txBody>
      </p:sp>
      <p:pic>
        <p:nvPicPr>
          <p:cNvPr id="5" name="GE_6_Track_1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7813" y="1587958"/>
            <a:ext cx="609600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8713" y="1043396"/>
            <a:ext cx="96916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If you think the statement is TRUE stand up.</a:t>
            </a:r>
          </a:p>
          <a:p>
            <a:endParaRPr lang="en-US" sz="3200" dirty="0">
              <a:latin typeface="Comic Sans MS" panose="030F0702030302020204" pitchFamily="66" charset="0"/>
            </a:endParaRPr>
          </a:p>
          <a:p>
            <a:endParaRPr lang="en-US" sz="3200" dirty="0">
              <a:latin typeface="Comic Sans MS" panose="030F0702030302020204" pitchFamily="66" charset="0"/>
            </a:endParaRPr>
          </a:p>
          <a:p>
            <a:r>
              <a:rPr lang="en-US" sz="3200" dirty="0">
                <a:latin typeface="Comic Sans MS" panose="030F0702030302020204" pitchFamily="66" charset="0"/>
              </a:rPr>
              <a:t>If you think the statement is FALSE put your hands on your head.</a:t>
            </a:r>
          </a:p>
        </p:txBody>
      </p:sp>
      <p:pic>
        <p:nvPicPr>
          <p:cNvPr id="2050" name="Picture 2" descr="Kids Warmer: Stand up, sit down — TEFL Lemon: Free ESL lesson ideas and  great content for TEFL teachers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99095" l="9050" r="95023">
                        <a14:foregroundMark x1="60181" y1="58597" x2="62670" y2="92081"/>
                        <a14:foregroundMark x1="37330" y1="54977" x2="36425" y2="60633"/>
                        <a14:foregroundMark x1="21267" y1="73077" x2="21267" y2="74434"/>
                        <a14:foregroundMark x1="21267" y1="74434" x2="38235" y2="7307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2826" y="677965"/>
            <a:ext cx="1835150" cy="183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ands Head Stock Illustrations – 27,082 Hands Head Stock Illustrations,  Vectors &amp; Clipart - Dreamstime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598" b="93846" l="750" r="992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612"/>
          <a:stretch/>
        </p:blipFill>
        <p:spPr bwMode="auto">
          <a:xfrm>
            <a:off x="10108529" y="2675346"/>
            <a:ext cx="1423744" cy="1419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7813" y="5042776"/>
            <a:ext cx="11505438" cy="51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409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30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71767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Discuss with your partner – What other reasons did the children have for liking their sports?</a:t>
            </a:r>
          </a:p>
        </p:txBody>
      </p:sp>
      <p:sp>
        <p:nvSpPr>
          <p:cNvPr id="4" name="Rectangle 3"/>
          <p:cNvSpPr/>
          <p:nvPr/>
        </p:nvSpPr>
        <p:spPr>
          <a:xfrm>
            <a:off x="177800" y="71438"/>
            <a:ext cx="12014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talk.</a:t>
            </a:r>
            <a:endParaRPr lang="en-US" sz="2400" b="1" dirty="0">
              <a:latin typeface="Comic Sans MS" panose="030F0702030302020204" pitchFamily="66" charset="0"/>
            </a:endParaRPr>
          </a:p>
          <a:p>
            <a:endParaRPr lang="en-US" sz="1400" dirty="0">
              <a:latin typeface="Comic Sans MS" panose="030F0702030302020204" pitchFamily="66" charset="0"/>
            </a:endParaRPr>
          </a:p>
        </p:txBody>
      </p:sp>
      <p:pic>
        <p:nvPicPr>
          <p:cNvPr id="5" name="GE_6_Track_1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39813" y="364535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003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630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 mute="1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Understand, with support, most of the main points of short and extended talk.</a:t>
            </a:r>
            <a:endParaRPr lang="en-US" b="1" dirty="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identify sports from an audio recording.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answer true or false questions about an audio recording.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discuss the reasons the children in the audio recording had for liking sports.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83E0F1F-B4F7-422B-B378-153AA2C795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1634175-30C7-42AB-807A-CEA5A97315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EAF2078-AFA8-40BC-8E9F-2429DD0B6F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889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754" y="123819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Plenary</a:t>
            </a:r>
            <a:r>
              <a:rPr lang="en-US" sz="4000" dirty="0">
                <a:latin typeface="Comic Sans MS" panose="030F0702030302020204" pitchFamily="66" charset="0"/>
              </a:rPr>
              <a:t> – What’s your favourite sport?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4792" y="2425699"/>
            <a:ext cx="10515600" cy="3128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What equipment do you need to practice it?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Understand, with support, most of the main points of short and extended talk.</a:t>
            </a:r>
            <a:endParaRPr lang="en-US" sz="2400" b="1" dirty="0">
              <a:latin typeface="Comic Sans MS" panose="030F0702030302020204" pitchFamily="66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33F973-E917-4007-9A30-999D5B552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33" y="3822617"/>
            <a:ext cx="2014392" cy="20453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98E3E4-4B87-4FF5-8213-8EAD76EC69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786" y="3633979"/>
            <a:ext cx="1602335" cy="24035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F9C5F4-8002-40A9-9BA1-5CFA03E6F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159" y="4737528"/>
            <a:ext cx="2752778" cy="15681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EB8514-7DF1-42A6-B348-A8605D054F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9710" y="3216949"/>
            <a:ext cx="3700682" cy="121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260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8871</TotalTime>
  <Words>505</Words>
  <Application>Microsoft Office PowerPoint</Application>
  <PresentationFormat>Widescreen</PresentationFormat>
  <Paragraphs>58</Paragraphs>
  <Slides>12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Comic Sans MS</vt:lpstr>
      <vt:lpstr>Office Theme</vt:lpstr>
      <vt:lpstr>English </vt:lpstr>
      <vt:lpstr>PowerPoint Presentation</vt:lpstr>
      <vt:lpstr>Starter</vt:lpstr>
      <vt:lpstr>Can you name the sports in the pictures?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Discuss with your partner – What other reasons did the children have for liking their sports?</vt:lpstr>
      <vt:lpstr>PowerPoint Presentation</vt:lpstr>
      <vt:lpstr>Plenary – What’s your favourite sport?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 Aisling Meade (VSC-KTiH-MB)</cp:lastModifiedBy>
  <cp:revision>46</cp:revision>
  <dcterms:created xsi:type="dcterms:W3CDTF">2022-08-15T06:38:27Z</dcterms:created>
  <dcterms:modified xsi:type="dcterms:W3CDTF">2026-09-17T03:58:54Z</dcterms:modified>
</cp:coreProperties>
</file>