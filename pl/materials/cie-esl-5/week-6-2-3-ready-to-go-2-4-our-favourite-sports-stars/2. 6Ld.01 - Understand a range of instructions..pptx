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28" d="100"/>
          <a:sy n="28" d="100"/>
        </p:scale>
        <p:origin x="6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9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4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1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2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36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4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2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0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7A1F3-4FC0-460E-BFF1-C1BA62B07F1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9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vzA8wMx-gew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3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8.gif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6Ld.01</a:t>
            </a:r>
            <a:r>
              <a:rPr lang="en-US" sz="4800" dirty="0">
                <a:latin typeface="Comic Sans MS" panose="030F0702030302020204" pitchFamily="66" charset="0"/>
              </a:rPr>
              <a:t> - Understand a range of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90916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 range of instructions.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With support, I can follow the warm-up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follow the warm up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suggest exercises to add to a warm up regime.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CC280C-D163-473F-9F34-63ED21473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D9B3FF-EAB0-492E-A74E-2F88F5BA6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381F71-A34D-4930-BA20-38539DE0F7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7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160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Retrieval Practice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 range of instructions.</a:t>
            </a:r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85" y="1823254"/>
            <a:ext cx="9799815" cy="457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4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8" y="1006570"/>
            <a:ext cx="10917072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</a:t>
            </a:r>
            <a:r>
              <a:rPr lang="en-US" sz="3600" dirty="0">
                <a:latin typeface="Comic Sans MS" panose="030F0702030302020204" pitchFamily="66" charset="0"/>
              </a:rPr>
              <a:t> – Listen to the instructions and do the exercises.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7692" y="6223379"/>
            <a:ext cx="10515600" cy="431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mic Sans MS" panose="030F0702030302020204" pitchFamily="66" charset="0"/>
                <a:hlinkClick r:id="rId2"/>
              </a:rPr>
              <a:t>https://www.youtube.com/watch?v=vzA8wMx-gew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a range of instructions.</a:t>
            </a:r>
            <a:endParaRPr lang="en-US" sz="12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033" y="1941537"/>
            <a:ext cx="4053171" cy="378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4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7374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Listen to the audio.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084" y="2205716"/>
            <a:ext cx="6999515" cy="3803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On your whiteboards write down all the body parts that are mentioned.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Are there any that you don’t know the meaning of?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a range of instructions.</a:t>
            </a:r>
            <a:endParaRPr lang="en-US" sz="12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313" y="3421554"/>
            <a:ext cx="4528458" cy="3249349"/>
          </a:xfrm>
          <a:prstGeom prst="rect">
            <a:avLst/>
          </a:prstGeom>
        </p:spPr>
      </p:pic>
      <p:pic>
        <p:nvPicPr>
          <p:cNvPr id="6" name="GE_6_Track_1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564486" y="918136"/>
            <a:ext cx="711628" cy="71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7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57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711043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Listen to the audio again.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887346"/>
            <a:ext cx="10515600" cy="13643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Follow along with the exercises.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 range of instructions.</a:t>
            </a:r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64486" y="918136"/>
            <a:ext cx="711628" cy="711628"/>
          </a:xfrm>
          <a:prstGeom prst="rect">
            <a:avLst/>
          </a:prstGeom>
        </p:spPr>
      </p:pic>
      <p:pic>
        <p:nvPicPr>
          <p:cNvPr id="2050" name="Picture 2" descr="Stretching Work Out GIF by CBeebies HQ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628" y="3015341"/>
            <a:ext cx="3610429" cy="361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946357" y="3089163"/>
            <a:ext cx="39478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What exercises would you add to the warm up regime?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How would you instruct others to do it?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72966C-02B2-4BD1-B34A-F98CD7A07A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915" y="2872831"/>
            <a:ext cx="751748" cy="170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5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5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a range of instructions.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With support, I can follow the warm-up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follow the warm up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suggest exercises to add to a warm up regime.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45F57-E7F8-4E44-A9A5-B12B546C8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E2BD47-5235-4608-9E14-362EC81D3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FF52E6-3D32-4911-B7D8-7692565097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33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090839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Plenary</a:t>
            </a:r>
            <a:r>
              <a:rPr lang="en-US" sz="4800" dirty="0">
                <a:latin typeface="Comic Sans MS" panose="030F0702030302020204" pitchFamily="66" charset="0"/>
              </a:rPr>
              <a:t> – Bean Game!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 range of instructions.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46" b="99509" l="1852" r="96667">
                        <a14:foregroundMark x1="48889" y1="59459" x2="53333" y2="53808"/>
                        <a14:foregroundMark x1="59630" y1="34644" x2="57407" y2="38329"/>
                        <a14:foregroundMark x1="14444" y1="6143" x2="14444" y2="6143"/>
                        <a14:foregroundMark x1="68148" y1="33907" x2="68148" y2="33907"/>
                        <a14:foregroundMark x1="67778" y1="37838" x2="67778" y2="37838"/>
                        <a14:foregroundMark x1="46296" y1="34889" x2="46296" y2="34889"/>
                        <a14:foregroundMark x1="50741" y1="31450" x2="50741" y2="31450"/>
                        <a14:foregroundMark x1="23704" y1="9582" x2="23704" y2="9582"/>
                        <a14:foregroundMark x1="31481" y1="6880" x2="31481" y2="6880"/>
                        <a14:foregroundMark x1="39630" y1="7371" x2="39630" y2="7371"/>
                        <a14:foregroundMark x1="47778" y1="8354" x2="47778" y2="8354"/>
                        <a14:foregroundMark x1="55556" y1="7371" x2="55556" y2="7371"/>
                        <a14:foregroundMark x1="70741" y1="6880" x2="70741" y2="6880"/>
                        <a14:foregroundMark x1="75185" y1="8600" x2="75185" y2="8600"/>
                        <a14:foregroundMark x1="82593" y1="9337" x2="82593" y2="9337"/>
                        <a14:foregroundMark x1="90741" y1="7125" x2="90741" y2="71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4754" y="2416401"/>
            <a:ext cx="2571750" cy="3876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252" b="100000" l="0" r="98616">
                        <a14:foregroundMark x1="7958" y1="11924" x2="7958" y2="11924"/>
                        <a14:foregroundMark x1="8997" y1="6775" x2="8997" y2="6775"/>
                        <a14:foregroundMark x1="13495" y1="13279" x2="13495" y2="13279"/>
                        <a14:foregroundMark x1="20415" y1="10840" x2="20415" y2="10840"/>
                        <a14:foregroundMark x1="31834" y1="11382" x2="31834" y2="11382"/>
                        <a14:foregroundMark x1="40138" y1="10027" x2="40138" y2="10027"/>
                        <a14:foregroundMark x1="40484" y1="7046" x2="40484" y2="7046"/>
                        <a14:foregroundMark x1="44983" y1="10298" x2="44983" y2="10298"/>
                        <a14:foregroundMark x1="55709" y1="12737" x2="55709" y2="12737"/>
                        <a14:foregroundMark x1="67474" y1="10027" x2="67474" y2="10027"/>
                        <a14:foregroundMark x1="73356" y1="10840" x2="73356" y2="10840"/>
                        <a14:foregroundMark x1="79239" y1="13008" x2="79239" y2="13008"/>
                        <a14:foregroundMark x1="86505" y1="11653" x2="86505" y2="11653"/>
                        <a14:foregroundMark x1="25952" y1="72358" x2="25952" y2="72358"/>
                        <a14:foregroundMark x1="27682" y1="80488" x2="27682" y2="80488"/>
                        <a14:foregroundMark x1="23529" y1="79133" x2="23529" y2="79133"/>
                        <a14:foregroundMark x1="50173" y1="81030" x2="50173" y2="81030"/>
                        <a14:foregroundMark x1="32180" y1="88889" x2="32180" y2="88889"/>
                        <a14:foregroundMark x1="38408" y1="88347" x2="38408" y2="88347"/>
                        <a14:foregroundMark x1="31834" y1="99458" x2="38754" y2="87805"/>
                        <a14:foregroundMark x1="33564" y1="87263" x2="24221" y2="99458"/>
                        <a14:backgroundMark x1="35294" y1="88347" x2="29412" y2="991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22839" y="2416401"/>
            <a:ext cx="3036203" cy="3876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22" b="99217" l="656" r="100000">
                        <a14:foregroundMark x1="22623" y1="8877" x2="22623" y2="8877"/>
                        <a14:foregroundMark x1="23607" y1="4961" x2="23607" y2="4961"/>
                        <a14:foregroundMark x1="26885" y1="9661" x2="26885" y2="9661"/>
                        <a14:foregroundMark x1="32787" y1="8094" x2="32787" y2="8094"/>
                        <a14:foregroundMark x1="38033" y1="7311" x2="38033" y2="7311"/>
                        <a14:foregroundMark x1="41639" y1="8877" x2="41639" y2="8877"/>
                        <a14:foregroundMark x1="56066" y1="7833" x2="56066" y2="7833"/>
                        <a14:foregroundMark x1="60984" y1="9138" x2="60984" y2="9138"/>
                        <a14:foregroundMark x1="66885" y1="9138" x2="66885" y2="9138"/>
                        <a14:foregroundMark x1="75082" y1="9399" x2="75082" y2="9399"/>
                        <a14:foregroundMark x1="35410" y1="87728" x2="35410" y2="87728"/>
                        <a14:foregroundMark x1="63279" y1="78329" x2="63279" y2="783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43322" y="2416401"/>
            <a:ext cx="29051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229</Words>
  <Application>Microsoft Office PowerPoint</Application>
  <PresentationFormat>Widescreen</PresentationFormat>
  <Paragraphs>30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Listen to the instructions and do the exercises.</vt:lpstr>
      <vt:lpstr>Listen to the audio.</vt:lpstr>
      <vt:lpstr>Listen to the audio again.</vt:lpstr>
      <vt:lpstr>PowerPoint Presentation</vt:lpstr>
      <vt:lpstr>Plenary – Bean Game!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6</cp:revision>
  <dcterms:created xsi:type="dcterms:W3CDTF">2024-09-17T06:14:43Z</dcterms:created>
  <dcterms:modified xsi:type="dcterms:W3CDTF">2025-09-17T04:48:34Z</dcterms:modified>
</cp:coreProperties>
</file>