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25" d="100"/>
          <a:sy n="25" d="100"/>
        </p:scale>
        <p:origin x="1012" y="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95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75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4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9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0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4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3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9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8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8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1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33130-3DE6-4737-9634-EB012E8BED7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8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6Wc.01</a:t>
            </a:r>
            <a:r>
              <a:rPr lang="en-US" sz="4400" dirty="0">
                <a:latin typeface="Comic Sans MS" panose="030F0702030302020204" pitchFamily="66" charset="0"/>
              </a:rPr>
              <a:t>: Write, with support, short texts which describe people, places and objects, and routine past and present actions and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408469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I can include dates and statistics in my biography.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the present simple and present perfect tense correctly in my biography.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quotes correctly in my biography.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17975-32BB-4925-9166-3BD72D431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682634-62B6-4602-B5A9-21CB43D049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B01D14-872F-424C-BD0F-81628D5106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18" y="92429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73" y="2249860"/>
            <a:ext cx="10814404" cy="37620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38057" y="2452914"/>
            <a:ext cx="5588000" cy="59508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47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754" y="1238196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</a:t>
            </a:r>
            <a:r>
              <a:rPr lang="en-US" sz="4000" dirty="0">
                <a:latin typeface="Comic Sans MS" panose="030F0702030302020204" pitchFamily="66" charset="0"/>
              </a:rPr>
              <a:t> – Two truths and a lie.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2241640"/>
            <a:ext cx="11715676" cy="272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Tell your partner 2 truths and 1 lie about the sports star you researched.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Can they guess which is the lie?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1026" name="Picture 2" descr="Will Ferrell Elf GIF by filmeditor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720" y="3977231"/>
            <a:ext cx="5044520" cy="2837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024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20368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Use the planning you did last lesson to write a biography about the sports star you researched.</a:t>
            </a: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3200" dirty="0">
                <a:latin typeface="Comic Sans MS" panose="030F0702030302020204" pitchFamily="66" charset="0"/>
              </a:rPr>
            </a:br>
            <a:r>
              <a:rPr lang="en-US" sz="3200" dirty="0">
                <a:latin typeface="Comic Sans MS" panose="030F0702030302020204" pitchFamily="66" charset="0"/>
              </a:rPr>
              <a:t>Use the example in the learner’s book to help you.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69" y="3928103"/>
            <a:ext cx="10918369" cy="256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382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1056768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u="sng" dirty="0">
                <a:latin typeface="Comic Sans MS" panose="030F0702030302020204" pitchFamily="66" charset="0"/>
              </a:rPr>
              <a:t>Modelling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69" y="3928103"/>
            <a:ext cx="10918369" cy="256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5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102751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Biography Writing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2353076"/>
            <a:ext cx="10515600" cy="3332163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Step 1</a:t>
            </a:r>
            <a:r>
              <a:rPr lang="en-US" sz="2400" dirty="0">
                <a:latin typeface="Comic Sans MS" panose="030F0702030302020204" pitchFamily="66" charset="0"/>
              </a:rPr>
              <a:t>: Write your biography in your notebook.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Step 2</a:t>
            </a:r>
            <a:r>
              <a:rPr lang="en-US" sz="2400" dirty="0">
                <a:latin typeface="Comic Sans MS" panose="030F0702030302020204" pitchFamily="66" charset="0"/>
              </a:rPr>
              <a:t>: Use the checklist to check your work.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Step 3</a:t>
            </a:r>
            <a:r>
              <a:rPr lang="en-US" sz="2400" dirty="0">
                <a:latin typeface="Comic Sans MS" panose="030F0702030302020204" pitchFamily="66" charset="0"/>
              </a:rPr>
              <a:t>: Edit if necessary.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Step 4</a:t>
            </a:r>
            <a:r>
              <a:rPr lang="en-US" sz="2400" dirty="0">
                <a:latin typeface="Comic Sans MS" panose="030F0702030302020204" pitchFamily="66" charset="0"/>
              </a:rPr>
              <a:t>: Get your partner to check your work.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Step 5</a:t>
            </a:r>
            <a:r>
              <a:rPr lang="en-US" sz="2400" dirty="0">
                <a:latin typeface="Comic Sans MS" panose="030F0702030302020204" pitchFamily="66" charset="0"/>
              </a:rPr>
              <a:t>: Edit if necessary based on your partner’s suggestions.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Step 6</a:t>
            </a:r>
            <a:r>
              <a:rPr lang="en-US" sz="2400" dirty="0">
                <a:latin typeface="Comic Sans MS" panose="030F0702030302020204" pitchFamily="66" charset="0"/>
              </a:rPr>
              <a:t>: Get your teacher to check and correct your work.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Step 7</a:t>
            </a:r>
            <a:r>
              <a:rPr lang="en-US" sz="2400" dirty="0">
                <a:latin typeface="Comic Sans MS" panose="030F0702030302020204" pitchFamily="66" charset="0"/>
              </a:rPr>
              <a:t>: Write your final draft on paper.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482" y="3145837"/>
            <a:ext cx="4507664" cy="106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89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I can include dates and statistics in my biography.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the present simple and present perfect tense correctly in my biography.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quotes correctly in my biography.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17975-32BB-4925-9166-3BD72D431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682634-62B6-4602-B5A9-21CB43D049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B01D14-872F-424C-BD0F-81628D5106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96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427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Starter – Two truths and a lie.</vt:lpstr>
      <vt:lpstr>Use the planning you did last lesson to write a biography about the sports star you researched.  Use the example in the learner’s book to help you.</vt:lpstr>
      <vt:lpstr>Modelling</vt:lpstr>
      <vt:lpstr>Biography Writing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</cp:lastModifiedBy>
  <cp:revision>4</cp:revision>
  <dcterms:created xsi:type="dcterms:W3CDTF">2024-09-19T03:26:57Z</dcterms:created>
  <dcterms:modified xsi:type="dcterms:W3CDTF">2025-09-17T01:33:19Z</dcterms:modified>
</cp:coreProperties>
</file>