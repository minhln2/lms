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7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50" d="100"/>
          <a:sy n="50" d="100"/>
        </p:scale>
        <p:origin x="188" y="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3C053-83B0-4B8E-B3EA-81F9D7017372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DD69-572A-4520-B3F1-93F1EB5F8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715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3C053-83B0-4B8E-B3EA-81F9D7017372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DD69-572A-4520-B3F1-93F1EB5F8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933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3C053-83B0-4B8E-B3EA-81F9D7017372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DD69-572A-4520-B3F1-93F1EB5F8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105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3C053-83B0-4B8E-B3EA-81F9D7017372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DD69-572A-4520-B3F1-93F1EB5F8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455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3C053-83B0-4B8E-B3EA-81F9D7017372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DD69-572A-4520-B3F1-93F1EB5F8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6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3C053-83B0-4B8E-B3EA-81F9D7017372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DD69-572A-4520-B3F1-93F1EB5F8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34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3C053-83B0-4B8E-B3EA-81F9D7017372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DD69-572A-4520-B3F1-93F1EB5F8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7258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3C053-83B0-4B8E-B3EA-81F9D7017372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DD69-572A-4520-B3F1-93F1EB5F8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507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3C053-83B0-4B8E-B3EA-81F9D7017372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DD69-572A-4520-B3F1-93F1EB5F8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141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3C053-83B0-4B8E-B3EA-81F9D7017372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DD69-572A-4520-B3F1-93F1EB5F8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049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3C053-83B0-4B8E-B3EA-81F9D7017372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7DD69-572A-4520-B3F1-93F1EB5F8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270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83C053-83B0-4B8E-B3EA-81F9D7017372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A7DD69-572A-4520-B3F1-93F1EB5F88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754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hdphoto" Target="../media/hdphoto6.wdp"/><Relationship Id="rId3" Type="http://schemas.openxmlformats.org/officeDocument/2006/relationships/image" Target="../media/image6.png"/><Relationship Id="rId7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microsoft.com/office/2007/relationships/hdphoto" Target="../media/hdphoto5.wdp"/><Relationship Id="rId5" Type="http://schemas.openxmlformats.org/officeDocument/2006/relationships/image" Target="../media/image7.png"/><Relationship Id="rId10" Type="http://schemas.openxmlformats.org/officeDocument/2006/relationships/image" Target="../media/image10.jpeg"/><Relationship Id="rId4" Type="http://schemas.microsoft.com/office/2007/relationships/hdphoto" Target="../media/hdphoto4.wdp"/><Relationship Id="rId9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5230" y="-98475"/>
            <a:ext cx="5462954" cy="1667095"/>
          </a:xfrm>
        </p:spPr>
        <p:txBody>
          <a:bodyPr>
            <a:normAutofit/>
          </a:bodyPr>
          <a:lstStyle/>
          <a:p>
            <a:r>
              <a:rPr lang="en-US" sz="8800" dirty="0">
                <a:latin typeface="Comic Sans MS" panose="030F0702030302020204" pitchFamily="66" charset="0"/>
              </a:rPr>
              <a:t>English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7418" y="1568620"/>
            <a:ext cx="10588079" cy="4061472"/>
          </a:xfrm>
        </p:spPr>
        <p:txBody>
          <a:bodyPr>
            <a:normAutofit/>
          </a:bodyPr>
          <a:lstStyle/>
          <a:p>
            <a:pPr algn="l"/>
            <a:r>
              <a:rPr lang="en-US" sz="4800" b="1" dirty="0">
                <a:latin typeface="Comic Sans MS" panose="030F0702030302020204" pitchFamily="66" charset="0"/>
              </a:rPr>
              <a:t>WALT:</a:t>
            </a:r>
          </a:p>
          <a:p>
            <a:pPr algn="l"/>
            <a:r>
              <a:rPr lang="en-US" sz="4000" b="1" dirty="0">
                <a:latin typeface="Comic Sans MS" panose="030F0702030302020204" pitchFamily="66" charset="0"/>
              </a:rPr>
              <a:t>6Wc.01</a:t>
            </a:r>
            <a:r>
              <a:rPr lang="en-US" sz="4000" dirty="0">
                <a:latin typeface="Comic Sans MS" panose="030F0702030302020204" pitchFamily="66" charset="0"/>
              </a:rPr>
              <a:t>: Write, with support, short texts which describe people, places and objects, and routine past and present actions and events.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35292" y="552174"/>
            <a:ext cx="27562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Unit 2 – Sport</a:t>
            </a:r>
          </a:p>
        </p:txBody>
      </p:sp>
    </p:spTree>
    <p:extLst>
      <p:ext uri="{BB962C8B-B14F-4D97-AF65-F5344CB8AC3E}">
        <p14:creationId xmlns:p14="http://schemas.microsoft.com/office/powerpoint/2010/main" val="2863060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Write, with support, short texts which describe people, places and objects, and routine past and present actions and events.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Comic Sans MS" panose="030F0702030302020204" pitchFamily="66" charset="0"/>
              </a:rPr>
              <a:t>I can write 4 headings for my biography.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add information in the form of notes to my headings.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give examples of each of the success criteria that I will use in my biography.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9234" y="3523282"/>
            <a:ext cx="3221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dirty="0">
              <a:latin typeface="Comic Sans MS" panose="030F0702030302020204" pitchFamily="66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31E1424-93F0-4074-96F9-A745FB7DF2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313232"/>
            <a:ext cx="1102890" cy="2123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AA7C3F8-38B2-4E9F-A5C5-786DADEA01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1053553"/>
            <a:ext cx="1102890" cy="23052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46BEEAB-382A-40EC-B98A-5678EEA5F4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940088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6300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842" y="1001788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Comic Sans MS" panose="030F0702030302020204" pitchFamily="66" charset="0"/>
              </a:rPr>
              <a:t>Retrieval Practice</a:t>
            </a:r>
            <a:endParaRPr lang="en-US" sz="2800" dirty="0">
              <a:latin typeface="Comic Sans MS" panose="030F0702030302020204" pitchFamily="66" charset="0"/>
            </a:endParaRP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Write, with support, short texts which describe people, places and objects, and routine past and present actions and events.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7007" y="2005231"/>
            <a:ext cx="8012210" cy="470946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62554" y="1298548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dirty="0">
                <a:latin typeface="Comic Sans MS" panose="030F0702030302020204" pitchFamily="66" charset="0"/>
              </a:rPr>
              <a:t>https://englishpracticetest.net/practice-listening-test-for-b1-with-answer-and-audioscript-test-01/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5825" y="3057525"/>
            <a:ext cx="476250" cy="428625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582150" y="3663774"/>
            <a:ext cx="476250" cy="428625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582150" y="4092399"/>
            <a:ext cx="476250" cy="428625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505825" y="4671798"/>
            <a:ext cx="476250" cy="428625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582150" y="5428822"/>
            <a:ext cx="476250" cy="428625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582150" y="6195857"/>
            <a:ext cx="476250" cy="428625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2896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343" y="946025"/>
            <a:ext cx="11572049" cy="1325563"/>
          </a:xfrm>
        </p:spPr>
        <p:txBody>
          <a:bodyPr/>
          <a:lstStyle/>
          <a:p>
            <a:r>
              <a:rPr lang="en-US" sz="3600" b="1" dirty="0">
                <a:latin typeface="Comic Sans MS" panose="030F0702030302020204" pitchFamily="66" charset="0"/>
              </a:rPr>
              <a:t>Starter</a:t>
            </a:r>
            <a:r>
              <a:rPr lang="en-US" sz="3600" dirty="0">
                <a:latin typeface="Comic Sans MS" panose="030F0702030302020204" pitchFamily="66" charset="0"/>
              </a:rPr>
              <a:t> – Which sports star did you research?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Write, with support, short texts which describe people, places and objects, and routine past and present actions and events.</a:t>
            </a:r>
          </a:p>
        </p:txBody>
      </p:sp>
      <p:pic>
        <p:nvPicPr>
          <p:cNvPr id="2050" name="Picture 2" descr="Teddy Riner - Official website of French judoka Teddy Rin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5104" y="1680433"/>
            <a:ext cx="4074394" cy="2714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Superlek “The Kicking Machine” Kiatmoo9 MMA Stats, News, Videos ,and More -  ONE Championship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750" r="97333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7773" y="4273617"/>
            <a:ext cx="2587331" cy="2511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VIỆN KỶ LỤC CHÂU ÂU - EURI) Hành trình quảng bá Kỷ lục Châu Âu - P153 - Erling  Haaland (Na Uy): Cầu thủ trẻ tuổi nhất từng thắng giải Giày Và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3632" b="100000" l="7266" r="93906">
                        <a14:foregroundMark x1="77188" y1="40012" x2="75625" y2="40246"/>
                        <a14:foregroundMark x1="86094" y1="54071" x2="90938" y2="73286"/>
                        <a14:foregroundMark x1="89844" y1="75161" x2="80938" y2="73052"/>
                        <a14:foregroundMark x1="80469" y1="77036" x2="79375" y2="77739"/>
                        <a14:foregroundMark x1="14063" y1="22203" x2="35313" y2="52900"/>
                        <a14:foregroundMark x1="29531" y1="51025" x2="18750" y2="37434"/>
                        <a14:foregroundMark x1="18594" y1="37668" x2="12969" y2="23843"/>
                        <a14:foregroundMark x1="16250" y1="16344" x2="17188" y2="19391"/>
                        <a14:backgroundMark x1="68438" y1="43292" x2="69688" y2="45167"/>
                        <a14:backgroundMark x1="79844" y1="58524" x2="76719" y2="5500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365" y="4394999"/>
            <a:ext cx="3585029" cy="2390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Serena Williams hints at retirement after U.S. Open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463" b="100000" l="16771" r="94271">
                        <a14:foregroundMark x1="89271" y1="53056" x2="85729" y2="6064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1303" y="1875670"/>
            <a:ext cx="4360174" cy="24525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Does anyone know why Japanese climber Ai Mori is not competing in IFSC  world champ this year? : r/climbing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9596" y="4820993"/>
            <a:ext cx="2739948" cy="1964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https://upload.wikimedia.org/wikipedia/commons/thumb/1/1f/Hoang_Xuan_Vinh.jpg/220px-Hoang_Xuan_Vinh.jp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083" y="1875670"/>
            <a:ext cx="1948593" cy="2701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3129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Write, with support, short texts which describe people, places and objects, and routine past and present actions and events.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9019" y="1133022"/>
            <a:ext cx="7096352" cy="55478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998" y="1930401"/>
            <a:ext cx="2540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mic Sans MS" panose="030F0702030302020204" pitchFamily="66" charset="0"/>
              </a:rPr>
              <a:t>Read this example of a biography.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998" y="3906928"/>
            <a:ext cx="254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Comic Sans MS" panose="030F0702030302020204" pitchFamily="66" charset="0"/>
              </a:rPr>
              <a:t>Page 34.</a:t>
            </a:r>
          </a:p>
        </p:txBody>
      </p:sp>
    </p:spTree>
    <p:extLst>
      <p:ext uri="{BB962C8B-B14F-4D97-AF65-F5344CB8AC3E}">
        <p14:creationId xmlns:p14="http://schemas.microsoft.com/office/powerpoint/2010/main" val="2959288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723" y="86785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Comic Sans MS" panose="030F0702030302020204" pitchFamily="66" charset="0"/>
              </a:rPr>
              <a:t>Plan your biography now.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7275" y="2019246"/>
            <a:ext cx="10515600" cy="438155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>
                <a:latin typeface="Comic Sans MS" panose="030F0702030302020204" pitchFamily="66" charset="0"/>
              </a:rPr>
              <a:t>Think of 4 headings for 4 paragraphs that you want in your biography.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For example:</a:t>
            </a:r>
          </a:p>
          <a:p>
            <a:pPr marL="0" indent="0">
              <a:buNone/>
            </a:pPr>
            <a:r>
              <a:rPr lang="en-US" dirty="0">
                <a:latin typeface="Comic Sans MS" panose="030F0702030302020204" pitchFamily="66" charset="0"/>
              </a:rPr>
              <a:t>Early Life</a:t>
            </a:r>
          </a:p>
          <a:p>
            <a:pPr marL="0" indent="0">
              <a:buNone/>
            </a:pPr>
            <a:r>
              <a:rPr lang="en-US" dirty="0">
                <a:latin typeface="Comic Sans MS" panose="030F0702030302020204" pitchFamily="66" charset="0"/>
              </a:rPr>
              <a:t>Journey to Stardom</a:t>
            </a:r>
          </a:p>
          <a:p>
            <a:pPr marL="0" indent="0">
              <a:buNone/>
            </a:pPr>
            <a:r>
              <a:rPr lang="en-US" dirty="0">
                <a:latin typeface="Comic Sans MS" panose="030F0702030302020204" pitchFamily="66" charset="0"/>
              </a:rPr>
              <a:t>Challenges Faced</a:t>
            </a:r>
          </a:p>
          <a:p>
            <a:pPr marL="0" indent="0">
              <a:buNone/>
            </a:pPr>
            <a:r>
              <a:rPr lang="en-US" dirty="0">
                <a:latin typeface="Comic Sans MS" panose="030F0702030302020204" pitchFamily="66" charset="0"/>
              </a:rPr>
              <a:t>Present Day Success</a:t>
            </a:r>
          </a:p>
          <a:p>
            <a:pPr marL="0" indent="0">
              <a:buNone/>
            </a:pPr>
            <a:endParaRPr lang="en-US" sz="2400" dirty="0">
              <a:latin typeface="Comic Sans MS" panose="030F0702030302020204" pitchFamily="66" charset="0"/>
            </a:endParaRP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Write, with support, short texts which describe people, places and objects, and routine past and present actions and events.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05B3C8D-B16E-4AFD-9190-D0844647BD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42633" y="2974468"/>
            <a:ext cx="1102890" cy="2123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866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38196"/>
            <a:ext cx="10515600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Comic Sans MS" panose="030F0702030302020204" pitchFamily="66" charset="0"/>
              </a:rPr>
              <a:t>Now under each of your headings write some notes about your sports star.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14" y="2563759"/>
            <a:ext cx="10907486" cy="325959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Example:</a:t>
            </a:r>
          </a:p>
          <a:p>
            <a:pPr marL="0" indent="0">
              <a:buNone/>
            </a:pPr>
            <a:endParaRPr lang="en-US" sz="2000" b="1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Michael Phelps</a:t>
            </a:r>
          </a:p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Early Life</a:t>
            </a:r>
          </a:p>
          <a:p>
            <a:pPr>
              <a:buFontTx/>
              <a:buChar char="-"/>
            </a:pPr>
            <a:r>
              <a:rPr lang="en-US" sz="2000" dirty="0">
                <a:latin typeface="Comic Sans MS" panose="030F0702030302020204" pitchFamily="66" charset="0"/>
              </a:rPr>
              <a:t>Born June 30</a:t>
            </a:r>
            <a:r>
              <a:rPr lang="en-US" sz="2000" baseline="30000" dirty="0">
                <a:latin typeface="Comic Sans MS" panose="030F0702030302020204" pitchFamily="66" charset="0"/>
              </a:rPr>
              <a:t>th</a:t>
            </a:r>
            <a:r>
              <a:rPr lang="en-US" sz="2000" dirty="0">
                <a:latin typeface="Comic Sans MS" panose="030F0702030302020204" pitchFamily="66" charset="0"/>
              </a:rPr>
              <a:t> 1985</a:t>
            </a:r>
          </a:p>
          <a:p>
            <a:pPr>
              <a:buFontTx/>
              <a:buChar char="-"/>
            </a:pPr>
            <a:r>
              <a:rPr lang="en-US" sz="2000" dirty="0">
                <a:latin typeface="Comic Sans MS" panose="030F0702030302020204" pitchFamily="66" charset="0"/>
              </a:rPr>
              <a:t>Born in Baltimore, USA</a:t>
            </a:r>
          </a:p>
          <a:p>
            <a:pPr>
              <a:buFontTx/>
              <a:buChar char="-"/>
            </a:pPr>
            <a:r>
              <a:rPr lang="en-US" sz="2000" dirty="0">
                <a:latin typeface="Comic Sans MS" panose="030F0702030302020204" pitchFamily="66" charset="0"/>
              </a:rPr>
              <a:t>When he was 7, he learnt how to swim.  </a:t>
            </a:r>
          </a:p>
          <a:p>
            <a:pPr>
              <a:buFontTx/>
              <a:buChar char="-"/>
            </a:pPr>
            <a:r>
              <a:rPr lang="en-US" sz="2000" dirty="0">
                <a:latin typeface="Comic Sans MS" panose="030F0702030302020204" pitchFamily="66" charset="0"/>
              </a:rPr>
              <a:t>Said as a kid he started swimming  “because he needed to learn how to swim but then my sisters and I fell in love with the sport."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Write, with support, short texts which describe people, places and objects, and routine past and present actions and events.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BE7668-9374-45ED-B7DD-D3AC5FB482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0910" y="2239999"/>
            <a:ext cx="1102890" cy="2305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331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Write, with support, short texts which describe people, places and objects, and routine past and present actions and events.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289" y="2163762"/>
            <a:ext cx="9470815" cy="441121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195107" y="1377813"/>
            <a:ext cx="51796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omic Sans MS" panose="030F0702030302020204" pitchFamily="66" charset="0"/>
              </a:rPr>
              <a:t>Michael Phelps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51696" y="2204845"/>
            <a:ext cx="47354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mic Sans MS" panose="030F0702030302020204" pitchFamily="66" charset="0"/>
              </a:rPr>
              <a:t>Born 30/6/1985. Won first Olympic gold medal in 2004.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00597" y="3059242"/>
            <a:ext cx="47354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28 Olympic medals (23 gold)</a:t>
            </a:r>
          </a:p>
          <a:p>
            <a:r>
              <a:rPr lang="en-US" dirty="0">
                <a:latin typeface="Comic Sans MS" panose="030F0702030302020204" pitchFamily="66" charset="0"/>
              </a:rPr>
              <a:t>26 World Championship gold medals.</a:t>
            </a:r>
          </a:p>
          <a:p>
            <a:r>
              <a:rPr lang="en-US" dirty="0">
                <a:latin typeface="Comic Sans MS" panose="030F0702030302020204" pitchFamily="66" charset="0"/>
              </a:rPr>
              <a:t>1.93 </a:t>
            </a:r>
            <a:r>
              <a:rPr lang="en-US" dirty="0" err="1">
                <a:latin typeface="Comic Sans MS" panose="030F0702030302020204" pitchFamily="66" charset="0"/>
              </a:rPr>
              <a:t>metres</a:t>
            </a:r>
            <a:r>
              <a:rPr lang="en-US" dirty="0">
                <a:latin typeface="Comic Sans MS" panose="030F0702030302020204" pitchFamily="66" charset="0"/>
              </a:rPr>
              <a:t> tall. Wingspan 2.03 </a:t>
            </a:r>
            <a:r>
              <a:rPr lang="en-US" dirty="0" err="1">
                <a:latin typeface="Comic Sans MS" panose="030F0702030302020204" pitchFamily="66" charset="0"/>
              </a:rPr>
              <a:t>metres</a:t>
            </a:r>
            <a:r>
              <a:rPr lang="en-US" dirty="0">
                <a:latin typeface="Comic Sans MS" panose="030F0702030302020204" pitchFamily="66" charset="0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00597" y="3912645"/>
            <a:ext cx="4735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His nickname is “Teddy Bear”.</a:t>
            </a:r>
          </a:p>
          <a:p>
            <a:r>
              <a:rPr lang="en-US" dirty="0">
                <a:latin typeface="Comic Sans MS" panose="030F0702030302020204" pitchFamily="66" charset="0"/>
              </a:rPr>
              <a:t>He lives in the USA.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76147" y="4817426"/>
            <a:ext cx="47354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He has held the world record the most decorated Olympian ever.  He has faced many challenges in his life.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00596" y="5764156"/>
            <a:ext cx="468650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21212"/>
                </a:solidFill>
                <a:effectLst/>
                <a:latin typeface="Comic Sans MS" panose="030F0702030302020204" pitchFamily="66" charset="0"/>
              </a:rPr>
              <a:t>“If you want to be the best, you have to be willing to do things over people aren’t.”</a:t>
            </a:r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EE9639E-5585-4942-AC31-D5D20B50E5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940088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789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Write, with support, short texts which describe people, places and objects, and routine past and present actions and events.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Comic Sans MS" panose="030F0702030302020204" pitchFamily="66" charset="0"/>
              </a:rPr>
              <a:t>I can write 4 headings for my biography.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add information in the form of notes to my headings.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give examples of each of the success criteria that I will use in my biography.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69234" y="3523282"/>
            <a:ext cx="3221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800" b="1" dirty="0">
              <a:latin typeface="Comic Sans MS" panose="030F0702030302020204" pitchFamily="66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31E1424-93F0-4074-96F9-A745FB7DF2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313232"/>
            <a:ext cx="1102890" cy="212332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AA7C3F8-38B2-4E9F-A5C5-786DADEA01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1053553"/>
            <a:ext cx="1102890" cy="230529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46BEEAB-382A-40EC-B98A-5678EEA5F4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940088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932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38196"/>
            <a:ext cx="10515600" cy="1325563"/>
          </a:xfrm>
        </p:spPr>
        <p:txBody>
          <a:bodyPr/>
          <a:lstStyle/>
          <a:p>
            <a:r>
              <a:rPr lang="en-US" sz="4000" dirty="0">
                <a:latin typeface="Comic Sans MS" panose="030F0702030302020204" pitchFamily="66" charset="0"/>
              </a:rPr>
              <a:t>Plenary - Next lesson, you will write your biography.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5343" y="3062514"/>
            <a:ext cx="6636657" cy="33902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latin typeface="Comic Sans MS" panose="030F0702030302020204" pitchFamily="66" charset="0"/>
              </a:rPr>
              <a:t>Do you feel like you are prepared?</a:t>
            </a:r>
          </a:p>
          <a:p>
            <a:pPr marL="0" indent="0">
              <a:buNone/>
            </a:pPr>
            <a:endParaRPr lang="en-US" sz="32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3200" dirty="0">
                <a:latin typeface="Comic Sans MS" panose="030F0702030302020204" pitchFamily="66" charset="0"/>
              </a:rPr>
              <a:t>What can you do if you are not prepared?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04716" y="234752"/>
            <a:ext cx="11715676" cy="1003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latin typeface="Comic Sans MS" panose="030F0702030302020204" pitchFamily="66" charset="0"/>
              </a:rPr>
              <a:t>WALT: </a:t>
            </a:r>
            <a:r>
              <a:rPr lang="en-US" sz="2400" dirty="0">
                <a:latin typeface="Comic Sans MS" panose="030F0702030302020204" pitchFamily="66" charset="0"/>
              </a:rPr>
              <a:t>Write, with support, short texts which describe people, places and objects, and routine past and present actions and events.</a:t>
            </a:r>
          </a:p>
        </p:txBody>
      </p:sp>
      <p:pic>
        <p:nvPicPr>
          <p:cNvPr id="7170" name="Picture 2" descr="Bb23 GIF by Big Brother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4333" y="3972923"/>
            <a:ext cx="4476059" cy="24798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1229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1524</TotalTime>
  <Words>597</Words>
  <Application>Microsoft Office PowerPoint</Application>
  <PresentationFormat>Widescreen</PresentationFormat>
  <Paragraphs>54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Comic Sans MS</vt:lpstr>
      <vt:lpstr>Office Theme</vt:lpstr>
      <vt:lpstr>English </vt:lpstr>
      <vt:lpstr>PowerPoint Presentation</vt:lpstr>
      <vt:lpstr>Retrieval Practice</vt:lpstr>
      <vt:lpstr>Starter – Which sports star did you research?</vt:lpstr>
      <vt:lpstr>PowerPoint Presentation</vt:lpstr>
      <vt:lpstr>Plan your biography now.</vt:lpstr>
      <vt:lpstr>Now under each of your headings write some notes about your sports star.</vt:lpstr>
      <vt:lpstr>PowerPoint Presentation</vt:lpstr>
      <vt:lpstr>PowerPoint Presentation</vt:lpstr>
      <vt:lpstr>Plenary - Next lesson, you will write your biography.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English </dc:title>
  <dc:creator>Jonathan Michael Holliday (VSC-KTiH-MB)</dc:creator>
  <cp:lastModifiedBy>Colette</cp:lastModifiedBy>
  <cp:revision>14</cp:revision>
  <dcterms:created xsi:type="dcterms:W3CDTF">2024-09-18T01:55:02Z</dcterms:created>
  <dcterms:modified xsi:type="dcterms:W3CDTF">2025-09-17T01:31:30Z</dcterms:modified>
</cp:coreProperties>
</file>