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6" r:id="rId6"/>
    <p:sldId id="267" r:id="rId7"/>
    <p:sldId id="268" r:id="rId8"/>
    <p:sldId id="269" r:id="rId9"/>
    <p:sldId id="270" r:id="rId10"/>
    <p:sldId id="285" r:id="rId11"/>
    <p:sldId id="265" r:id="rId12"/>
    <p:sldId id="271" r:id="rId13"/>
    <p:sldId id="263" r:id="rId14"/>
    <p:sldId id="272" r:id="rId15"/>
    <p:sldId id="273" r:id="rId16"/>
    <p:sldId id="274" r:id="rId17"/>
    <p:sldId id="277" r:id="rId18"/>
    <p:sldId id="275" r:id="rId19"/>
    <p:sldId id="276" r:id="rId20"/>
    <p:sldId id="284" r:id="rId21"/>
    <p:sldId id="278" r:id="rId22"/>
    <p:sldId id="279" r:id="rId23"/>
    <p:sldId id="281" r:id="rId24"/>
    <p:sldId id="282" r:id="rId25"/>
    <p:sldId id="283" r:id="rId26"/>
    <p:sldId id="28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24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95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75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49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97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0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245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336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99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82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687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3130-3DE6-4737-9634-EB012E8BED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1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33130-3DE6-4737-9634-EB012E8BED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09C1C-9C08-4B85-8908-C4237BAE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86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10+minute+timer&amp;rlz=1C1MIZP_enVN1173VN1173&amp;oq=10+mi&amp;gs_lcrp=EgZjaHJvbWUqDQgAEAAYgwEYsQMYgAQyDQgAEAAYgwEYsQMYgAQyBggBEEUYOTIGCAIQBhhAMgcIAxAAGIAEMgcIBBAAGIAEMgoIBRAuGIAEGLQHMgcIBhAuGIAEMgcIBxAAGIAEMgcICBAAGIAEMgcICRAAGIAE0gEIMjEzOGowajeoAgCwAgA&amp;sourceid=chrome&amp;source=chrome.ob&amp;ie=UTF-8&amp;safe=active&amp;ssui=on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2161309"/>
            <a:ext cx="10588079" cy="3468783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Tuesday 29</a:t>
            </a:r>
            <a:r>
              <a:rPr lang="en-US" sz="5400" b="1" baseline="30000" dirty="0">
                <a:latin typeface="Comic Sans MS" panose="030F0702030302020204" pitchFamily="66" charset="0"/>
              </a:rPr>
              <a:t>th</a:t>
            </a:r>
            <a:r>
              <a:rPr lang="en-US" sz="5400" b="1" dirty="0">
                <a:latin typeface="Comic Sans MS" panose="030F0702030302020204" pitchFamily="66" charset="0"/>
              </a:rPr>
              <a:t> September 2026</a:t>
            </a:r>
          </a:p>
          <a:p>
            <a:pPr algn="l"/>
            <a:endParaRPr lang="en-US" sz="5400" b="1" dirty="0">
              <a:latin typeface="Comic Sans MS" panose="030F0702030302020204" pitchFamily="66" charset="0"/>
            </a:endParaRPr>
          </a:p>
          <a:p>
            <a:pPr algn="l"/>
            <a:r>
              <a:rPr lang="en-US" sz="5400" b="1" dirty="0" err="1">
                <a:latin typeface="Comic Sans MS" panose="030F0702030302020204" pitchFamily="66" charset="0"/>
              </a:rPr>
              <a:t>WALT:To</a:t>
            </a:r>
            <a:r>
              <a:rPr lang="en-US" sz="5400" b="1" dirty="0">
                <a:latin typeface="Comic Sans MS" panose="030F0702030302020204" pitchFamily="66" charset="0"/>
              </a:rPr>
              <a:t> plan a biography.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4084691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plan a biography.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mic Sans MS" panose="030F0702030302020204" pitchFamily="66" charset="0"/>
              </a:rPr>
              <a:t>I can use the tablet to plan a biography.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include the present simple and present perfect tense in my biography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include quotes correctly in my biography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117975-32BB-4925-9166-3BD72D431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682634-62B6-4602-B5A9-21CB43D049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B01D14-872F-424C-BD0F-81628D5106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65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718" y="92429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Retrieval Practice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73" y="2249860"/>
            <a:ext cx="10814404" cy="37620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138057" y="2452914"/>
            <a:ext cx="5588000" cy="59508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A2A18B4-B661-4242-8353-25EEDCBB3864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plan a biography.</a:t>
            </a:r>
          </a:p>
        </p:txBody>
      </p:sp>
    </p:spTree>
    <p:extLst>
      <p:ext uri="{BB962C8B-B14F-4D97-AF65-F5344CB8AC3E}">
        <p14:creationId xmlns:p14="http://schemas.microsoft.com/office/powerpoint/2010/main" val="365547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197787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Starter</a:t>
            </a:r>
            <a:r>
              <a:rPr lang="en-US" sz="2400" dirty="0">
                <a:latin typeface="Comic Sans MS" panose="030F0702030302020204" pitchFamily="66" charset="0"/>
              </a:rPr>
              <a:t> –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716" y="1058859"/>
            <a:ext cx="7750806" cy="151116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Today, we will plan a biography.  </a:t>
            </a: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You need to pick one of the sports stars below to research and then write about.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4FE15EA-134A-4664-9753-7F96CBB2879D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plan a biography.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7CA45A-5FFA-445B-9C68-A58523505AAD}"/>
              </a:ext>
            </a:extLst>
          </p:cNvPr>
          <p:cNvSpPr txBox="1">
            <a:spLocks/>
          </p:cNvSpPr>
          <p:nvPr/>
        </p:nvSpPr>
        <p:spPr>
          <a:xfrm>
            <a:off x="93783" y="2838132"/>
            <a:ext cx="11715676" cy="885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Michael Jordan   </a:t>
            </a:r>
            <a:r>
              <a:rPr lang="en-US" sz="3200" dirty="0">
                <a:solidFill>
                  <a:srgbClr val="7030A0"/>
                </a:solidFill>
                <a:latin typeface="Comic Sans MS" panose="030F0702030302020204" pitchFamily="66" charset="0"/>
              </a:rPr>
              <a:t>Serena Williams    </a:t>
            </a:r>
            <a:r>
              <a:rPr lang="en-US" sz="3200" dirty="0">
                <a:solidFill>
                  <a:srgbClr val="00B050"/>
                </a:solidFill>
                <a:latin typeface="Comic Sans MS" panose="030F0702030302020204" pitchFamily="66" charset="0"/>
              </a:rPr>
              <a:t>Usain Bolt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FBC606-7B0B-4F1B-BA68-5F3E82F63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193" y="3501622"/>
            <a:ext cx="2387723" cy="17971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95D68E-0A2C-4F69-8924-BA9AF596B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86" y="3545966"/>
            <a:ext cx="1506643" cy="22710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0B536A-BF82-4D13-8AF9-A2F64BE98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0972" y="3501622"/>
            <a:ext cx="2485028" cy="23597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17977F-6360-44C6-8373-796FAB78A6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4906" y="839586"/>
            <a:ext cx="1997579" cy="178557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B7A2FFA-5F91-4E24-9615-9507D57E36DB}"/>
              </a:ext>
            </a:extLst>
          </p:cNvPr>
          <p:cNvSpPr txBox="1"/>
          <p:nvPr/>
        </p:nvSpPr>
        <p:spPr>
          <a:xfrm>
            <a:off x="9143198" y="167447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Lewis Hamilton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0E853B1-547B-4D54-A180-7BD05972A7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2580" y="5452875"/>
            <a:ext cx="3721291" cy="126371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93AAAE2-5EF0-4422-8CB9-039E109E4C87}"/>
              </a:ext>
            </a:extLst>
          </p:cNvPr>
          <p:cNvSpPr txBox="1"/>
          <p:nvPr/>
        </p:nvSpPr>
        <p:spPr>
          <a:xfrm>
            <a:off x="9524906" y="4771850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Michael Phelps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74024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716" y="1058859"/>
            <a:ext cx="7750806" cy="8715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Today, we will plan a biography. 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4FE15EA-134A-4664-9753-7F96CBB2879D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plan a biography.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17977F-6360-44C6-8373-796FAB78A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06" y="839586"/>
            <a:ext cx="1997579" cy="178557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B7A2FFA-5F91-4E24-9615-9507D57E36DB}"/>
              </a:ext>
            </a:extLst>
          </p:cNvPr>
          <p:cNvSpPr txBox="1"/>
          <p:nvPr/>
        </p:nvSpPr>
        <p:spPr>
          <a:xfrm>
            <a:off x="9143198" y="167447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Lewis Hamilton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5BFFEC-2032-4E20-A7B2-40FD1C1A6390}"/>
              </a:ext>
            </a:extLst>
          </p:cNvPr>
          <p:cNvSpPr txBox="1">
            <a:spLocks/>
          </p:cNvSpPr>
          <p:nvPr/>
        </p:nvSpPr>
        <p:spPr>
          <a:xfrm>
            <a:off x="204716" y="1930400"/>
            <a:ext cx="8756404" cy="8715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dirty="0">
                <a:latin typeface="Comic Sans MS" panose="030F0702030302020204" pitchFamily="66" charset="0"/>
              </a:rPr>
              <a:t>I have chosen Lewis Hamilton as the person I want to write my biography on.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713C923-1067-4EB8-B755-3F461D8EACB1}"/>
              </a:ext>
            </a:extLst>
          </p:cNvPr>
          <p:cNvSpPr txBox="1">
            <a:spLocks/>
          </p:cNvSpPr>
          <p:nvPr/>
        </p:nvSpPr>
        <p:spPr>
          <a:xfrm>
            <a:off x="204716" y="3184519"/>
            <a:ext cx="8756404" cy="8715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dirty="0">
                <a:latin typeface="Comic Sans MS" panose="030F0702030302020204" pitchFamily="66" charset="0"/>
              </a:rPr>
              <a:t>My biography will need to include different features.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C0A69E9-C8E1-46DE-9DC5-E861D9A4EF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1505"/>
          <a:stretch/>
        </p:blipFill>
        <p:spPr>
          <a:xfrm>
            <a:off x="2442329" y="4056060"/>
            <a:ext cx="6386711" cy="256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962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716" y="1058859"/>
            <a:ext cx="3889764" cy="2862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Let’s read the text.</a:t>
            </a: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Can you spot the features?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4FE15EA-134A-4664-9753-7F96CBB2879D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plan a biography.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C0A69E9-C8E1-46DE-9DC5-E861D9A4EF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505"/>
          <a:stretch/>
        </p:blipFill>
        <p:spPr>
          <a:xfrm>
            <a:off x="158592" y="3081368"/>
            <a:ext cx="4138014" cy="16644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BC5E67-5FFA-4C7E-A0F6-D150B5C37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504" y="234752"/>
            <a:ext cx="7573550" cy="596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14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54FE15EA-134A-4664-9753-7F96CBB2879D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plan a biography.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0AB01-81A9-447A-8C68-46EB6CA31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94D0E-066C-4232-849D-41B9EDC24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658" y="1238196"/>
            <a:ext cx="12210423" cy="419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18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54FE15EA-134A-4664-9753-7F96CBB2879D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plan a biography.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0AB01-81A9-447A-8C68-46EB6CA31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1B6584-77AB-41A1-AD39-D9AECF6FA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413" y="736474"/>
            <a:ext cx="10149174" cy="599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276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54FE15EA-134A-4664-9753-7F96CBB2879D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plan a biography.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DCC11B-62E9-4CA1-A4AA-5FF2D3D82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90" y="2186084"/>
            <a:ext cx="11664220" cy="265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210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54FE15EA-134A-4664-9753-7F96CBB2879D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plan a biography.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EB34C24-CB22-40F8-B229-59A923E3C7F7}"/>
              </a:ext>
            </a:extLst>
          </p:cNvPr>
          <p:cNvSpPr txBox="1">
            <a:spLocks/>
          </p:cNvSpPr>
          <p:nvPr/>
        </p:nvSpPr>
        <p:spPr>
          <a:xfrm>
            <a:off x="347491" y="1725063"/>
            <a:ext cx="11715676" cy="28661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latin typeface="Comic Sans MS" panose="030F0702030302020204" pitchFamily="66" charset="0"/>
              </a:rPr>
              <a:t>If you have finished, write 3 sentences in your book that you could use tomorrow using the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PRESENT PERFECT </a:t>
            </a:r>
            <a:r>
              <a:rPr lang="en-US" sz="3200" b="1" dirty="0">
                <a:latin typeface="Comic Sans MS" panose="030F0702030302020204" pitchFamily="66" charset="0"/>
              </a:rPr>
              <a:t>tense.</a:t>
            </a:r>
          </a:p>
          <a:p>
            <a:pPr marL="0" indent="0">
              <a:buNone/>
            </a:pPr>
            <a:endParaRPr lang="en-US" sz="32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b="1" dirty="0">
                <a:latin typeface="Comic Sans MS" panose="030F0702030302020204" pitchFamily="66" charset="0"/>
              </a:rPr>
              <a:t>Then, research the meaning of any word you do not know and write it into your book.</a:t>
            </a:r>
            <a:endParaRPr lang="en-US" sz="32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871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plan a biography.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mic Sans MS" panose="030F0702030302020204" pitchFamily="66" charset="0"/>
              </a:rPr>
              <a:t>I can use the tablet to plan a biography.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include the present simple and present perfect tense in my biography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include quotes correctly in my biography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117975-32BB-4925-9166-3BD72D431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682634-62B6-4602-B5A9-21CB43D049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B01D14-872F-424C-BD0F-81628D5106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67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904" y="2577026"/>
            <a:ext cx="11955096" cy="3146774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Thursday 1</a:t>
            </a:r>
            <a:r>
              <a:rPr lang="en-US" sz="5400" b="1" baseline="30000" dirty="0">
                <a:latin typeface="Comic Sans MS" panose="030F0702030302020204" pitchFamily="66" charset="0"/>
              </a:rPr>
              <a:t>st</a:t>
            </a:r>
            <a:r>
              <a:rPr lang="en-US" sz="5400" b="1" dirty="0">
                <a:latin typeface="Comic Sans MS" panose="030F0702030302020204" pitchFamily="66" charset="0"/>
              </a:rPr>
              <a:t> October 2026 </a:t>
            </a:r>
          </a:p>
          <a:p>
            <a:pPr algn="l"/>
            <a:endParaRPr lang="en-US" sz="5400" b="1" dirty="0">
              <a:latin typeface="Comic Sans MS" panose="030F0702030302020204" pitchFamily="66" charset="0"/>
            </a:endParaRPr>
          </a:p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WALT: To write a biography.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254748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To write a biography.</a:t>
            </a: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mic Sans MS" panose="030F0702030302020204" pitchFamily="66" charset="0"/>
              </a:rPr>
              <a:t>I can include dates and statistics in my biography.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the present simple and present perfect tense correctly in my biography.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include quotes correctly in my biography.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117975-32BB-4925-9166-3BD72D431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682634-62B6-4602-B5A9-21CB43D049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B01D14-872F-424C-BD0F-81628D5106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96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718" y="924297"/>
            <a:ext cx="10515600" cy="452360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Retrieval Practice</a:t>
            </a:r>
            <a:br>
              <a:rPr lang="en-US" sz="3200" dirty="0">
                <a:latin typeface="Comic Sans MS" panose="030F0702030302020204" pitchFamily="66" charset="0"/>
              </a:rPr>
            </a:br>
            <a:br>
              <a:rPr lang="en-US" sz="3200" dirty="0">
                <a:latin typeface="Comic Sans MS" panose="030F0702030302020204" pitchFamily="66" charset="0"/>
              </a:rPr>
            </a:br>
            <a:r>
              <a:rPr lang="en-US" sz="3200" dirty="0">
                <a:latin typeface="Comic Sans MS" panose="030F0702030302020204" pitchFamily="66" charset="0"/>
              </a:rPr>
              <a:t>What is wrong with the sentence?</a:t>
            </a:r>
            <a:br>
              <a:rPr lang="en-US" sz="3200" dirty="0">
                <a:latin typeface="Comic Sans MS" panose="030F0702030302020204" pitchFamily="66" charset="0"/>
              </a:rPr>
            </a:br>
            <a:br>
              <a:rPr lang="en-US" sz="3200" dirty="0">
                <a:latin typeface="Comic Sans MS" panose="030F0702030302020204" pitchFamily="66" charset="0"/>
              </a:rPr>
            </a:br>
            <a:br>
              <a:rPr lang="en-US" sz="3200" dirty="0">
                <a:latin typeface="Comic Sans MS" panose="030F0702030302020204" pitchFamily="66" charset="0"/>
              </a:rPr>
            </a:br>
            <a:r>
              <a:rPr lang="en-US" sz="3200" dirty="0">
                <a:latin typeface="Comic Sans MS" panose="030F0702030302020204" pitchFamily="66" charset="0"/>
              </a:rPr>
              <a:t>Lewis Hamilton had faced lots of challenges in his career.</a:t>
            </a:r>
            <a:br>
              <a:rPr lang="en-US" sz="3200" dirty="0">
                <a:latin typeface="Comic Sans MS" panose="030F0702030302020204" pitchFamily="66" charset="0"/>
              </a:rPr>
            </a:br>
            <a:endParaRPr lang="en-US" sz="3200" dirty="0">
              <a:latin typeface="Comic Sans MS" panose="030F0702030302020204" pitchFamily="66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A2A18B4-B661-4242-8353-25EEDCBB3864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write a biography.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A24213-F44F-425E-972B-8DEB1A2B239C}"/>
              </a:ext>
            </a:extLst>
          </p:cNvPr>
          <p:cNvSpPr txBox="1"/>
          <p:nvPr/>
        </p:nvSpPr>
        <p:spPr>
          <a:xfrm>
            <a:off x="108718" y="515551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Lewis Hamilton </a:t>
            </a:r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had</a:t>
            </a:r>
            <a:r>
              <a:rPr lang="en-US" sz="3200" dirty="0">
                <a:latin typeface="Comic Sans MS" panose="030F0702030302020204" pitchFamily="66" charset="0"/>
              </a:rPr>
              <a:t> faced lots of challenges in his career</a:t>
            </a:r>
            <a:r>
              <a:rPr lang="en-US" sz="1800" dirty="0">
                <a:latin typeface="Comic Sans MS" panose="030F0702030302020204" pitchFamily="66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055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718" y="924297"/>
            <a:ext cx="10515600" cy="452360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Starter:</a:t>
            </a:r>
            <a:br>
              <a:rPr lang="en-US" sz="3200" dirty="0">
                <a:latin typeface="Comic Sans MS" panose="030F0702030302020204" pitchFamily="66" charset="0"/>
              </a:rPr>
            </a:br>
            <a:br>
              <a:rPr lang="en-US" sz="3200" dirty="0">
                <a:latin typeface="Comic Sans MS" panose="030F0702030302020204" pitchFamily="66" charset="0"/>
              </a:rPr>
            </a:br>
            <a:r>
              <a:rPr lang="en-US" sz="3200" dirty="0">
                <a:latin typeface="Comic Sans MS" panose="030F0702030302020204" pitchFamily="66" charset="0"/>
              </a:rPr>
              <a:t>Have a look at your plan.  Is it completed?</a:t>
            </a:r>
            <a:br>
              <a:rPr lang="en-US" sz="3200" dirty="0">
                <a:latin typeface="Comic Sans MS" panose="030F0702030302020204" pitchFamily="66" charset="0"/>
              </a:rPr>
            </a:br>
            <a:br>
              <a:rPr lang="en-US" sz="3200" dirty="0">
                <a:latin typeface="Comic Sans MS" panose="030F0702030302020204" pitchFamily="66" charset="0"/>
              </a:rPr>
            </a:br>
            <a:r>
              <a:rPr lang="en-US" sz="3200" dirty="0">
                <a:latin typeface="Comic Sans MS" panose="030F0702030302020204" pitchFamily="66" charset="0"/>
              </a:rPr>
              <a:t>I want you to write 2 sentences from your plan that you could use in your writing.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A2A18B4-B661-4242-8353-25EEDCBB3864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write a biography.</a:t>
            </a:r>
          </a:p>
        </p:txBody>
      </p:sp>
    </p:spTree>
    <p:extLst>
      <p:ext uri="{BB962C8B-B14F-4D97-AF65-F5344CB8AC3E}">
        <p14:creationId xmlns:p14="http://schemas.microsoft.com/office/powerpoint/2010/main" val="485139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718" y="924297"/>
            <a:ext cx="11878566" cy="452360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A reminder…</a:t>
            </a:r>
            <a:br>
              <a:rPr lang="en-US" sz="3200" dirty="0">
                <a:latin typeface="Comic Sans MS" panose="030F0702030302020204" pitchFamily="66" charset="0"/>
              </a:rPr>
            </a:br>
            <a:br>
              <a:rPr lang="en-US" sz="3200" dirty="0">
                <a:latin typeface="Comic Sans MS" panose="030F0702030302020204" pitchFamily="66" charset="0"/>
              </a:rPr>
            </a:br>
            <a:br>
              <a:rPr lang="en-US" sz="6600" dirty="0">
                <a:latin typeface="Comic Sans MS" panose="030F0702030302020204" pitchFamily="66" charset="0"/>
              </a:rPr>
            </a:br>
            <a:r>
              <a:rPr lang="en-US" sz="3200" b="0" u="none" strike="noStrike" dirty="0">
                <a:effectLst/>
                <a:latin typeface="Comic Sans MS" panose="030F0702030302020204" pitchFamily="66" charset="0"/>
              </a:rPr>
              <a:t>A biography is </a:t>
            </a:r>
            <a:r>
              <a:rPr lang="en-US" sz="3200" dirty="0">
                <a:latin typeface="Comic Sans MS" panose="030F0702030302020204" pitchFamily="66" charset="0"/>
              </a:rPr>
              <a:t>a detailed written account of a real person's life written by someone else.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A2A18B4-B661-4242-8353-25EEDCBB3864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write a biography.</a:t>
            </a:r>
          </a:p>
        </p:txBody>
      </p:sp>
    </p:spTree>
    <p:extLst>
      <p:ext uri="{BB962C8B-B14F-4D97-AF65-F5344CB8AC3E}">
        <p14:creationId xmlns:p14="http://schemas.microsoft.com/office/powerpoint/2010/main" val="2536857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7A2A18B4-B661-4242-8353-25EEDCBB3864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write a biography.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C60D09F-1DCF-4DD2-9EE8-2D92CA8CB0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63497" y="1210588"/>
            <a:ext cx="4557658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F1 Legend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Early Beginnings </a:t>
            </a:r>
            <a:b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</a:br>
            <a:r>
              <a:rPr kumimoji="0" lang="en-US" altLang="en-US" sz="32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Overcoming Obstacles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Never Giving Up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E7193EB-97C7-4261-AAE0-DD47E62FE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145" y="4519286"/>
            <a:ext cx="6891688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Introduction &amp; Main Achievements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Early Life &amp; Childhood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Hard Work &amp; Determination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Turning Setbacks into Success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A4270AF-3A5E-495F-B4CA-7BE3A2BD7DE7}"/>
              </a:ext>
            </a:extLst>
          </p:cNvPr>
          <p:cNvSpPr txBox="1">
            <a:spLocks/>
          </p:cNvSpPr>
          <p:nvPr/>
        </p:nvSpPr>
        <p:spPr>
          <a:xfrm>
            <a:off x="3023314" y="3468945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Or</a:t>
            </a:r>
            <a:endParaRPr lang="en-US" sz="24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AB4AC6D-EB7D-488E-929E-29F7C5C7B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0991" y="375060"/>
            <a:ext cx="489629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Now, come up with 4 subheading you can use in your biography.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3200" dirty="0">
              <a:latin typeface="Comic Sans MS" panose="030F0702030302020204" pitchFamily="66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If you’ve done that,</a:t>
            </a:r>
            <a:r>
              <a:rPr kumimoji="0" lang="en-US" altLang="en-US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 come up with a title.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52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716" y="1058859"/>
            <a:ext cx="3889764" cy="2862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Let’s read the text.</a:t>
            </a: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Have a look out for the features.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4FE15EA-134A-4664-9753-7F96CBB2879D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write a biography.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BC5E67-5FFA-4C7E-A0F6-D150B5C37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504" y="234752"/>
            <a:ext cx="7573550" cy="59628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FF7D6D-4B62-4820-9CD3-DE7549F27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79" y="3216176"/>
            <a:ext cx="4151270" cy="231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346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716" y="1058859"/>
            <a:ext cx="10094316" cy="2862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u="sng" dirty="0">
                <a:latin typeface="Comic Sans MS" panose="030F0702030302020204" pitchFamily="66" charset="0"/>
              </a:rPr>
              <a:t>Modelling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4FE15EA-134A-4664-9753-7F96CBB2879D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write a biography.</a:t>
            </a:r>
          </a:p>
        </p:txBody>
      </p:sp>
    </p:spTree>
    <p:extLst>
      <p:ext uri="{BB962C8B-B14F-4D97-AF65-F5344CB8AC3E}">
        <p14:creationId xmlns:p14="http://schemas.microsoft.com/office/powerpoint/2010/main" val="1804634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To write a biography.</a:t>
            </a: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mic Sans MS" panose="030F0702030302020204" pitchFamily="66" charset="0"/>
              </a:rPr>
              <a:t>I can include dates and statistics in my biography.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the present simple and present perfect tense correctly in my biography.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include quotes correctly in my biography.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117975-32BB-4925-9166-3BD72D431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682634-62B6-4602-B5A9-21CB43D049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B01D14-872F-424C-BD0F-81628D5106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292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1568620"/>
            <a:ext cx="10588079" cy="4061472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To edit a biography.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1950927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To edit a biography.</a:t>
            </a: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mic Sans MS" panose="030F0702030302020204" pitchFamily="66" charset="0"/>
              </a:rPr>
              <a:t>I can read through my work and identify the features needed.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edit my writing to make improvements.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read </a:t>
            </a:r>
            <a:r>
              <a:rPr lang="en-US" sz="2400" b="1">
                <a:solidFill>
                  <a:schemeClr val="tx1"/>
                </a:solidFill>
                <a:latin typeface="Comic Sans MS" panose="030F0702030302020204" pitchFamily="66" charset="0"/>
              </a:rPr>
              <a:t>other people’s </a:t>
            </a:r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writing and support them to make edits.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117975-32BB-4925-9166-3BD72D431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682634-62B6-4602-B5A9-21CB43D049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B01D14-872F-424C-BD0F-81628D5106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93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718" y="924298"/>
            <a:ext cx="10515600" cy="1385766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What can we change about these sentences?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A2A18B4-B661-4242-8353-25EEDCBB3864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edit a biography.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A24213-F44F-425E-972B-8DEB1A2B239C}"/>
              </a:ext>
            </a:extLst>
          </p:cNvPr>
          <p:cNvSpPr txBox="1"/>
          <p:nvPr/>
        </p:nvSpPr>
        <p:spPr>
          <a:xfrm>
            <a:off x="320219" y="2707222"/>
            <a:ext cx="1107867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Michael Jordan is </a:t>
            </a:r>
            <a:r>
              <a:rPr lang="en-US" sz="2800" dirty="0" err="1">
                <a:latin typeface="Comic Sans MS" panose="030F0702030302020204" pitchFamily="66" charset="0"/>
              </a:rPr>
              <a:t>borned</a:t>
            </a:r>
            <a:r>
              <a:rPr lang="en-US" sz="2800" dirty="0">
                <a:latin typeface="Comic Sans MS" panose="030F0702030302020204" pitchFamily="66" charset="0"/>
              </a:rPr>
              <a:t> in 1963 where he </a:t>
            </a:r>
            <a:r>
              <a:rPr lang="en-US" sz="2800" dirty="0" err="1">
                <a:latin typeface="Comic Sans MS" panose="030F0702030302020204" pitchFamily="66" charset="0"/>
              </a:rPr>
              <a:t>growed</a:t>
            </a:r>
            <a:r>
              <a:rPr lang="en-US" sz="2800" dirty="0">
                <a:latin typeface="Comic Sans MS" panose="030F0702030302020204" pitchFamily="66" charset="0"/>
              </a:rPr>
              <a:t> up in North Carolina.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Serena Williams has won 39 titles in singles.  She has won 4 Olympic gold medals.  She has won 14 titles in doubles.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1440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718" y="924298"/>
            <a:ext cx="10515600" cy="1385766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You’ve got 10 minutes to read through your work and make edits.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A2A18B4-B661-4242-8353-25EEDCBB3864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edit a biography.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CB9E7E-ACAB-4411-81A1-8E8B02A7D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587" y="2707281"/>
            <a:ext cx="5390825" cy="32671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59C793-6485-4690-96C0-D695E158BBFA}"/>
              </a:ext>
            </a:extLst>
          </p:cNvPr>
          <p:cNvSpPr txBox="1"/>
          <p:nvPr/>
        </p:nvSpPr>
        <p:spPr>
          <a:xfrm>
            <a:off x="204716" y="2285779"/>
            <a:ext cx="2685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>
                <a:hlinkClick r:id="rId3"/>
              </a:rPr>
              <a:t>https://www.google.com/search?q=10+minute+timer&amp;rlz=1C1MIZP_enVN1173VN1173&amp;oq=10+mi&amp;gs_lcrp=EgZjaHJvbWUqDQgAEAAYgwEYsQMYgAQyDQgAEAAYgwEYsQMYgAQyBggBEEUYOTIGCAIQBhhAMgcIAxAAGIAEMgcIBBAAGIAEMgoIBRAuGIAEGLQHMgcIBhAuGIAEMgcIBxAAGIAEMgcICBAAGIAEMgcICRAAGIAE0gEIMjEzOGowajeoAgCwAgA&amp;sourceid=chrome&amp;source=chrome.ob&amp;ie=UTF-8&amp;safe=active&amp;ssui=on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438544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718" y="924298"/>
            <a:ext cx="12083282" cy="1385766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Now, we need to fill in our success criteria to ensure we’ve got all the features in our biography.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A2A18B4-B661-4242-8353-25EEDCBB3864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edit a biography.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505189-08A9-4E95-ADED-2DC2A74C1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89" y="2712693"/>
            <a:ext cx="10643821" cy="322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541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To edit a biography.</a:t>
            </a: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mic Sans MS" panose="030F0702030302020204" pitchFamily="66" charset="0"/>
              </a:rPr>
              <a:t>I can read through my work and identify the features needed.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edit my writing to make improvements.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read other peoples writing and support them to make edits.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117975-32BB-4925-9166-3BD72D431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682634-62B6-4602-B5A9-21CB43D049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B01D14-872F-424C-BD0F-81628D5106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90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1459</TotalTime>
  <Words>834</Words>
  <Application>Microsoft Office PowerPoint</Application>
  <PresentationFormat>Widescreen</PresentationFormat>
  <Paragraphs>97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</vt:lpstr>
      <vt:lpstr>Starter –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English </vt:lpstr>
      <vt:lpstr>PowerPoint Presentation</vt:lpstr>
      <vt:lpstr>Retrieval Practice  What is wrong with the sentence?   Lewis Hamilton had faced lots of challenges in his career. </vt:lpstr>
      <vt:lpstr>Starter:  Have a look at your plan.  Is it completed?  I want you to write 2 sentences from your plan that you could use in your writing.</vt:lpstr>
      <vt:lpstr>A reminder…   A biography is a detailed written account of a real person's life written by someone else.</vt:lpstr>
      <vt:lpstr>F1 Legend Early Beginnings  Overcoming Obstacles Never Giving Up</vt:lpstr>
      <vt:lpstr>PowerPoint Presentation</vt:lpstr>
      <vt:lpstr>PowerPoint Presentation</vt:lpstr>
      <vt:lpstr>PowerPoint Presentation</vt:lpstr>
      <vt:lpstr>English </vt:lpstr>
      <vt:lpstr>PowerPoint Presentation</vt:lpstr>
      <vt:lpstr>What can we change about these sentences?</vt:lpstr>
      <vt:lpstr>You’ve got 10 minutes to read through your work and make edits.</vt:lpstr>
      <vt:lpstr>Now, we need to fill in our success criteria to ensure we’ve got all the features in our biography.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 Aisling Meade (VSC-KTiH-MB)</cp:lastModifiedBy>
  <cp:revision>27</cp:revision>
  <dcterms:created xsi:type="dcterms:W3CDTF">2024-09-19T03:26:57Z</dcterms:created>
  <dcterms:modified xsi:type="dcterms:W3CDTF">2026-10-01T00:22:31Z</dcterms:modified>
</cp:coreProperties>
</file>