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72" r:id="rId11"/>
    <p:sldId id="273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1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8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4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6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9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8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3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0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BC776-2909-4160-91F2-671A1C57FC7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6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mIYanq5gH8" TargetMode="External"/><Relationship Id="rId2" Type="http://schemas.openxmlformats.org/officeDocument/2006/relationships/hyperlink" Target="https://www.youtube.com/watch?v=GHtIxjKPP9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Zl_LVU7a1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69" y="1568620"/>
            <a:ext cx="11700485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 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6Rm.02  </a:t>
            </a:r>
            <a:r>
              <a:rPr lang="en-US" sz="48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algn="l"/>
            <a:endParaRPr lang="en-US" sz="4800" dirty="0">
              <a:latin typeface="Comic Sans MS" panose="030F0702030302020204" pitchFamily="66" charset="0"/>
            </a:endParaRPr>
          </a:p>
          <a:p>
            <a:pPr algn="l"/>
            <a:endParaRPr lang="en-US" sz="48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35738" y="550406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56324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read a text aloud.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questions on a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short piece of commentary and read it using intonation and stress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1434B3-FA2B-4EFE-8766-27FF71D88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AC0A12-15DA-4F5E-823C-5C395C0F4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3AA340-8230-457B-93B2-F9FBAC5EFC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5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638080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612" y="892824"/>
            <a:ext cx="6830704" cy="5830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31558" y="2238233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4263" y="3102701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4263" y="3967169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1559" y="4861848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5076" y="5884062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4935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2919895"/>
            <a:ext cx="9728200" cy="34036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sports are being commentated on?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r>
              <a:rPr lang="en-US" sz="4000" dirty="0">
                <a:latin typeface="Comic Sans MS" panose="030F0702030302020204" pitchFamily="66" charset="0"/>
                <a:hlinkClick r:id="rId2"/>
              </a:rPr>
              <a:t>https://www.youtube.com/watch?v=GHtIxjKPP9w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r>
              <a:rPr lang="en-US" sz="4000" dirty="0">
                <a:latin typeface="Comic Sans MS" panose="030F0702030302020204" pitchFamily="66" charset="0"/>
                <a:hlinkClick r:id="rId3"/>
              </a:rPr>
              <a:t>https://www.youtube.com/watch?v=UmIYanq5gH8</a:t>
            </a:r>
            <a:r>
              <a:rPr lang="en-US" sz="4000" dirty="0">
                <a:latin typeface="Comic Sans MS" panose="030F0702030302020204" pitchFamily="66" charset="0"/>
              </a:rPr>
              <a:t> (from 1:25)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r>
              <a:rPr lang="en-US" sz="4000" dirty="0">
                <a:latin typeface="Comic Sans MS" panose="030F0702030302020204" pitchFamily="66" charset="0"/>
                <a:hlinkClick r:id="rId4"/>
              </a:rPr>
              <a:t>https://www.youtube.com/watch?v=fZl_LVU7a18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964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6" y="1246868"/>
            <a:ext cx="4904313" cy="23121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53" y="2594173"/>
            <a:ext cx="5761718" cy="22247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0722" y="3559049"/>
            <a:ext cx="5456614" cy="2516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70" y="4571165"/>
            <a:ext cx="6991722" cy="20266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4857" y="1246868"/>
            <a:ext cx="38317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Read the text to yourself now.</a:t>
            </a: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36 - 38</a:t>
            </a:r>
          </a:p>
        </p:txBody>
      </p:sp>
    </p:spTree>
    <p:extLst>
      <p:ext uri="{BB962C8B-B14F-4D97-AF65-F5344CB8AC3E}">
        <p14:creationId xmlns:p14="http://schemas.microsoft.com/office/powerpoint/2010/main" val="241054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87380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55" y="1753280"/>
            <a:ext cx="10714022" cy="495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6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727"/>
            <a:ext cx="12124644" cy="488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6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3" y="1362527"/>
            <a:ext cx="11126561" cy="521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" y="1886857"/>
            <a:ext cx="11747770" cy="34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7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A745D-AF09-464C-8172-5B21E0D5BD2F}"/>
              </a:ext>
            </a:extLst>
          </p:cNvPr>
          <p:cNvSpPr txBox="1"/>
          <p:nvPr/>
        </p:nvSpPr>
        <p:spPr>
          <a:xfrm>
            <a:off x="271608" y="1255789"/>
            <a:ext cx="117156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I do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In section two, what word describes how the players moved forward onto the ball?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u="sng" dirty="0">
                <a:latin typeface="Comic Sans MS" panose="030F0702030302020204" pitchFamily="66" charset="0"/>
              </a:rPr>
              <a:t>We do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In section three, why did the crowd explode?</a:t>
            </a:r>
          </a:p>
        </p:txBody>
      </p:sp>
    </p:spTree>
    <p:extLst>
      <p:ext uri="{BB962C8B-B14F-4D97-AF65-F5344CB8AC3E}">
        <p14:creationId xmlns:p14="http://schemas.microsoft.com/office/powerpoint/2010/main" val="4190657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A745D-AF09-464C-8172-5B21E0D5BD2F}"/>
              </a:ext>
            </a:extLst>
          </p:cNvPr>
          <p:cNvSpPr txBox="1"/>
          <p:nvPr/>
        </p:nvSpPr>
        <p:spPr>
          <a:xfrm>
            <a:off x="271608" y="1255789"/>
            <a:ext cx="117156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Your task</a:t>
            </a:r>
          </a:p>
          <a:p>
            <a:endParaRPr lang="en-US" sz="2800" u="sng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Answer the questions in your learner book. 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Remember –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omic Sans MS" panose="030F0702030302020204" pitchFamily="66" charset="0"/>
              </a:rPr>
              <a:t>Carefully read the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omic Sans MS" panose="030F0702030302020204" pitchFamily="66" charset="0"/>
              </a:rPr>
              <a:t>Check your answers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50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read a text aloud.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questions on a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short piece of commentary and read it using intonation and stress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1434B3-FA2B-4EFE-8766-27FF71D88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AC0A12-15DA-4F5E-823C-5C395C0F4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3AA340-8230-457B-93B2-F9FBAC5EFC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8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445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What sports are being commentated on?  https://www.youtube.com/watch?v=GHtIxjKPP9w   https://www.youtube.com/watch?v=UmIYanq5gH8 (from 1:25)  https://www.youtube.com/watch?v=fZl_LVU7a18   </vt:lpstr>
      <vt:lpstr>PowerPoint Presentation</vt:lpstr>
      <vt:lpstr>Now lets read it together.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14</cp:revision>
  <dcterms:created xsi:type="dcterms:W3CDTF">2024-09-24T03:28:40Z</dcterms:created>
  <dcterms:modified xsi:type="dcterms:W3CDTF">2025-09-23T15:30:33Z</dcterms:modified>
</cp:coreProperties>
</file>