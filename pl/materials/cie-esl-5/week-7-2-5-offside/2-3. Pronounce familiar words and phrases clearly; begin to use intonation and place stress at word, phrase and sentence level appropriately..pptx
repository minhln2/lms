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30" d="100"/>
          <a:sy n="30" d="100"/>
        </p:scale>
        <p:origin x="904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8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4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6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8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9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8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3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0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6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microsoft.com/office/2007/relationships/hdphoto" Target="../media/hdphoto1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microsoft.com/office/2007/relationships/hdphoto" Target="../media/hdphoto3.wdp"/><Relationship Id="rId5" Type="http://schemas.openxmlformats.org/officeDocument/2006/relationships/image" Target="../media/image18.png"/><Relationship Id="rId10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069" y="1568620"/>
            <a:ext cx="11700485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 </a:t>
            </a:r>
          </a:p>
          <a:p>
            <a:pPr algn="l"/>
            <a:r>
              <a:rPr lang="en-US" sz="4800" dirty="0">
                <a:latin typeface="Comic Sans MS" panose="030F0702030302020204" pitchFamily="66" charset="0"/>
              </a:rPr>
              <a:t>6Sc.05 Pronounce familiar words and phrases clearly; begin to use intonation and place stress at word, phrase and sentence level appropriately.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56324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sz="28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 appropriately.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read a text aloud.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intonation and stress correctly in my reading.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short piece of commentary and read it using intonation and stress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0D203F-81A5-44A4-9A8F-5B3547B19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32BF16-1E55-42BB-A71B-3F04BCF397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0A3A86-AC84-400B-A6C4-7F9EAD81B4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75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028396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Retrieval Practice</a:t>
            </a:r>
            <a:br>
              <a:rPr lang="en-US" sz="2000" b="1" dirty="0">
                <a:latin typeface="Comic Sans MS" panose="030F0702030302020204" pitchFamily="66" charset="0"/>
              </a:rPr>
            </a:br>
            <a:r>
              <a:rPr lang="en-US" sz="2000" b="1" dirty="0">
                <a:latin typeface="Comic Sans MS" panose="030F0702030302020204" pitchFamily="66" charset="0"/>
              </a:rPr>
              <a:t>Write the sentences in your notebooks using the present perfect tense.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114010"/>
            <a:ext cx="11715676" cy="1048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</a:t>
            </a:r>
            <a:r>
              <a:rPr lang="en-US" sz="2400" dirty="0">
                <a:latin typeface="Comic Sans MS" panose="030F0702030302020204" pitchFamily="66" charset="0"/>
              </a:rPr>
              <a:t> Pronounce familiar words and phrases clearly; begin to use intonation and place stress at word, phrase and sentence level appropriately.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1D5A31-E4A9-46DF-B44B-427CCFA23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962" y="2353959"/>
            <a:ext cx="6706075" cy="417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352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608" y="1260913"/>
            <a:ext cx="9728200" cy="34036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Are these competitions local, national or international?</a:t>
            </a: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45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 appropriately.</a:t>
            </a:r>
            <a:endParaRPr lang="en-US" sz="3200" dirty="0"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A222C6-D2B6-48B3-AA75-4ECF1BCEA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45" y="2847499"/>
            <a:ext cx="3889643" cy="1162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2CB514-C2C6-4D68-8875-CFCD00E26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397" y="4010297"/>
            <a:ext cx="3160821" cy="23777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51A241-389E-4311-818A-3981F76E5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50" y="4742937"/>
            <a:ext cx="3112832" cy="13479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075139-8AB4-4575-9769-2E8FCFA43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578" y="4451779"/>
            <a:ext cx="2805270" cy="17149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4B790E-D9BE-4186-A5E9-D43796828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114" y="1967979"/>
            <a:ext cx="2635385" cy="17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4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 appropriately</a:t>
            </a:r>
            <a:r>
              <a:rPr lang="en-US" sz="2800" dirty="0">
                <a:latin typeface="Comic Sans MS" panose="030F0702030302020204" pitchFamily="66" charset="0"/>
              </a:rPr>
              <a:t>.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16" y="1246868"/>
            <a:ext cx="4904313" cy="23121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653" y="2594173"/>
            <a:ext cx="5761718" cy="22247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0722" y="3559049"/>
            <a:ext cx="5456614" cy="25169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70" y="4571165"/>
            <a:ext cx="6991722" cy="20266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74857" y="1246868"/>
            <a:ext cx="38317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Read the text to yourself now.</a:t>
            </a:r>
          </a:p>
          <a:p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36 - 38</a:t>
            </a:r>
          </a:p>
        </p:txBody>
      </p:sp>
    </p:spTree>
    <p:extLst>
      <p:ext uri="{BB962C8B-B14F-4D97-AF65-F5344CB8AC3E}">
        <p14:creationId xmlns:p14="http://schemas.microsoft.com/office/powerpoint/2010/main" val="241054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87380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Now lets read it together.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 appropriately. 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55" y="1753280"/>
            <a:ext cx="10714022" cy="495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6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6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 appropriately.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8727"/>
            <a:ext cx="12124644" cy="488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67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73" y="1362527"/>
            <a:ext cx="11126561" cy="521244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CB78A2BE-1AEE-4A53-AAE5-84A8A1B2BCE5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6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 appropriately.</a:t>
            </a:r>
            <a:endParaRPr lang="en-US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29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2" y="1886857"/>
            <a:ext cx="11747770" cy="343988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FD6ADDF-E16F-4472-8A14-61E42AD15C09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6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 appropriately.</a:t>
            </a:r>
            <a:endParaRPr lang="en-US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57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16" y="2946400"/>
            <a:ext cx="11747770" cy="3439886"/>
          </a:xfrm>
          <a:prstGeom prst="rect">
            <a:avLst/>
          </a:prstGeom>
        </p:spPr>
      </p:pic>
      <p:pic>
        <p:nvPicPr>
          <p:cNvPr id="2" name="GE_6_Track_1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09288" y="972457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3029" y="1465942"/>
            <a:ext cx="87547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Listen to the recording. How was it different to when we read it out loud? </a:t>
            </a:r>
          </a:p>
        </p:txBody>
      </p:sp>
    </p:spTree>
    <p:extLst>
      <p:ext uri="{BB962C8B-B14F-4D97-AF65-F5344CB8AC3E}">
        <p14:creationId xmlns:p14="http://schemas.microsoft.com/office/powerpoint/2010/main" val="143697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16" y="2946400"/>
            <a:ext cx="11747770" cy="3439886"/>
          </a:xfrm>
          <a:prstGeom prst="rect">
            <a:avLst/>
          </a:prstGeom>
        </p:spPr>
      </p:pic>
      <p:pic>
        <p:nvPicPr>
          <p:cNvPr id="2" name="GE_6_Track_1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09288" y="972457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3029" y="1465942"/>
            <a:ext cx="87547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We are going to practice using intonation and putting stress on words now.</a:t>
            </a:r>
          </a:p>
        </p:txBody>
      </p:sp>
    </p:spTree>
    <p:extLst>
      <p:ext uri="{BB962C8B-B14F-4D97-AF65-F5344CB8AC3E}">
        <p14:creationId xmlns:p14="http://schemas.microsoft.com/office/powerpoint/2010/main" val="418867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029" y="5021943"/>
            <a:ext cx="5749963" cy="1683657"/>
          </a:xfrm>
          <a:prstGeom prst="rect">
            <a:avLst/>
          </a:prstGeom>
        </p:spPr>
      </p:pic>
      <p:pic>
        <p:nvPicPr>
          <p:cNvPr id="2" name="GE_6_Track_1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09288" y="972457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624" y="1482513"/>
            <a:ext cx="986585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Practice reading the last paragraph of the text now.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Try to use intonation and place stress on the correct parts.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Write your own short piece of commentary. Practice reading it using intonation and stress.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E5E69C-1B8A-4C5F-A027-7EC906E456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1608" y="808860"/>
            <a:ext cx="699814" cy="13473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56F24-BB37-46FF-B99F-2586408F4D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687" y="1976905"/>
            <a:ext cx="699814" cy="1462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DB7587-90E5-476D-B8AC-41AA3F23BB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03" y="3403926"/>
            <a:ext cx="699814" cy="158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0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read a text aloud.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intonation and stress correctly in my reading.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short piece of commentary and read it using intonation and stress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9DAADB-A7E5-45F3-965C-97E341B29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74B545-45BC-46D5-9144-FF69012CA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09F5DE-6022-412C-8DA7-97CFC9B341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8E09A90B-A4C6-429F-90D4-46E91AAE5A8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level.</a:t>
            </a:r>
          </a:p>
        </p:txBody>
      </p:sp>
    </p:spTree>
    <p:extLst>
      <p:ext uri="{BB962C8B-B14F-4D97-AF65-F5344CB8AC3E}">
        <p14:creationId xmlns:p14="http://schemas.microsoft.com/office/powerpoint/2010/main" val="4002769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65125"/>
            <a:ext cx="11945257" cy="1325563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latin typeface="Comic Sans MS" panose="030F0702030302020204" pitchFamily="66" charset="0"/>
              </a:rPr>
              <a:t>WALT: </a:t>
            </a:r>
            <a:r>
              <a:rPr lang="en-US" sz="2700" dirty="0">
                <a:latin typeface="Comic Sans MS" panose="030F0702030302020204" pitchFamily="66" charset="0"/>
              </a:rPr>
              <a:t>Pronounce familiar words and phrases clearly; begin to use intonation and place stress at word, phrase and sentence level.</a:t>
            </a:r>
            <a:br>
              <a:rPr lang="en-US" dirty="0">
                <a:latin typeface="Comic Sans MS" panose="030F0702030302020204" pitchFamily="66" charset="0"/>
              </a:rPr>
            </a:b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886" y="1520825"/>
            <a:ext cx="114263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Comic Sans MS" panose="030F0702030302020204" pitchFamily="66" charset="0"/>
              </a:rPr>
              <a:t>Plenary</a:t>
            </a:r>
            <a:r>
              <a:rPr lang="en-US" sz="3600" dirty="0">
                <a:latin typeface="Comic Sans MS" panose="030F0702030302020204" pitchFamily="66" charset="0"/>
              </a:rPr>
              <a:t> – Which of these pieces of commentary do you think is the best? Why?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3348" y="3070163"/>
            <a:ext cx="5610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https://www.youtube.com/watch?v=M_R1wsmaeVc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3348" y="3941020"/>
            <a:ext cx="5628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https://www.youtube.com/watch?v=KKreeAOCL_U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3348" y="4939249"/>
            <a:ext cx="5588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https://www.youtube.com/watch?v=2etbixD6aWw</a:t>
            </a:r>
          </a:p>
        </p:txBody>
      </p:sp>
    </p:spTree>
    <p:extLst>
      <p:ext uri="{BB962C8B-B14F-4D97-AF65-F5344CB8AC3E}">
        <p14:creationId xmlns:p14="http://schemas.microsoft.com/office/powerpoint/2010/main" val="3023605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602</Words>
  <Application>Microsoft Office PowerPoint</Application>
  <PresentationFormat>Widescreen</PresentationFormat>
  <Paragraphs>40</Paragraphs>
  <Slides>14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 Write the sentences in your notebooks using the present perfect tense.</vt:lpstr>
      <vt:lpstr>Starter – Are these competitions local, national or international?    </vt:lpstr>
      <vt:lpstr>PowerPoint Presentation</vt:lpstr>
      <vt:lpstr>Now lets read it together.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WALT: Pronounce familiar words and phrases clearly; begin to use intonation and place stress at word, phrase and sentence level.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16</cp:revision>
  <dcterms:created xsi:type="dcterms:W3CDTF">2024-09-24T03:28:40Z</dcterms:created>
  <dcterms:modified xsi:type="dcterms:W3CDTF">2025-09-23T14:21:20Z</dcterms:modified>
</cp:coreProperties>
</file>