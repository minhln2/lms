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9" r:id="rId6"/>
    <p:sldId id="270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0" d="100"/>
          <a:sy n="30" d="100"/>
        </p:scale>
        <p:origin x="904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2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7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5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6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4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9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3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1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9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ED084-259C-40AB-9ECA-048EAC707B5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6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practicetest.net/practice-listening-test-for-b1-with-answer-and-audioscript-test-11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6Ug.09  </a:t>
            </a:r>
            <a:r>
              <a:rPr lang="en-US" sz="4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220894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complete sentences in the first conditional.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in the first conditional.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in all the different forms of the </a:t>
            </a:r>
            <a:r>
              <a:rPr lang="en-US" sz="2800" b="1">
                <a:solidFill>
                  <a:schemeClr val="tx1"/>
                </a:solidFill>
                <a:latin typeface="Comic Sans MS" panose="030F0702030302020204" pitchFamily="66" charset="0"/>
              </a:rPr>
              <a:t>first conditional</a:t>
            </a:r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177FE3-A99C-4718-80A1-8810A7162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ED747A-5479-4282-AC16-0328624D0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2E3C5A-295D-439E-9841-7196BAEFA6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8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608" y="5754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winkl" panose="02000000000000000000" pitchFamily="2" charset="0"/>
              </a:rPr>
              <a:t>Retrieval Practice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Begin to use if clauses in first conditionals.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36E2B-1512-4B0B-9858-5AAEBECA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95" y="2387716"/>
            <a:ext cx="9850713" cy="33991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8EF21A-AE1C-4D99-A70B-EF05A2C650BD}"/>
              </a:ext>
            </a:extLst>
          </p:cNvPr>
          <p:cNvSpPr txBox="1"/>
          <p:nvPr/>
        </p:nvSpPr>
        <p:spPr>
          <a:xfrm>
            <a:off x="2720340" y="5976917"/>
            <a:ext cx="6093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https://englishpracticetest.net/practice-listening-test-for-b1-with-answer-and-audioscript-test-11/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4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57" y="1201684"/>
            <a:ext cx="11557535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is wrong with the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330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If he work hard he will be a great athlete.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Brush your teeth unless you’ll have rotting teeth.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76363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57" y="1201684"/>
            <a:ext cx="11557535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is wrong with the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330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If he work</a:t>
            </a:r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4000" dirty="0">
                <a:latin typeface="Comic Sans MS" panose="030F0702030302020204" pitchFamily="66" charset="0"/>
              </a:rPr>
              <a:t> hard</a:t>
            </a:r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,</a:t>
            </a:r>
            <a:r>
              <a:rPr lang="en-US" sz="4000" dirty="0">
                <a:latin typeface="Comic Sans MS" panose="030F0702030302020204" pitchFamily="66" charset="0"/>
              </a:rPr>
              <a:t> he will be a great athlete.</a:t>
            </a:r>
          </a:p>
          <a:p>
            <a:pPr marL="0" indent="0">
              <a:buNone/>
            </a:pPr>
            <a:endParaRPr lang="en-US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If you don’t </a:t>
            </a:r>
            <a:r>
              <a:rPr lang="en-US" sz="4000" dirty="0">
                <a:latin typeface="Comic Sans MS" panose="030F0702030302020204" pitchFamily="66" charset="0"/>
              </a:rPr>
              <a:t>brush your teeth, you’ll have rotting teeth.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244770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5" y="879758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TTYP – What is the first conditional?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5" y="2064090"/>
            <a:ext cx="11842141" cy="373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The first conditional is used to refer to a likely outcome to a present or future situation.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If he works hard, he will be a great athlete.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31934" y="3672114"/>
            <a:ext cx="10061240" cy="1553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000" b="1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12783" y="5380604"/>
            <a:ext cx="11007571" cy="373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4400" b="1" dirty="0">
              <a:latin typeface="Twinkl" panose="02000000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0D3E56-1BDD-4904-80E8-5371AFDD9EA3}"/>
              </a:ext>
            </a:extLst>
          </p:cNvPr>
          <p:cNvCxnSpPr/>
          <p:nvPr/>
        </p:nvCxnSpPr>
        <p:spPr>
          <a:xfrm flipV="1">
            <a:off x="2394857" y="4467088"/>
            <a:ext cx="391886" cy="11644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10925A-0CD7-4103-A085-A3CEDD3C7D0C}"/>
              </a:ext>
            </a:extLst>
          </p:cNvPr>
          <p:cNvSpPr txBox="1"/>
          <p:nvPr/>
        </p:nvSpPr>
        <p:spPr>
          <a:xfrm>
            <a:off x="965200" y="5515429"/>
            <a:ext cx="3643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winkl" panose="02000000000000000000" pitchFamily="2" charset="0"/>
              </a:rPr>
              <a:t>Present or future situation.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D7619-1ED8-433C-B986-A31354B0114C}"/>
              </a:ext>
            </a:extLst>
          </p:cNvPr>
          <p:cNvSpPr txBox="1"/>
          <p:nvPr/>
        </p:nvSpPr>
        <p:spPr>
          <a:xfrm>
            <a:off x="6268847" y="5515429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winkl" panose="02000000000000000000" pitchFamily="2" charset="0"/>
              </a:rPr>
              <a:t>Likely outcome.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76679C-5C40-4F3A-BADF-FB50C6FD4150}"/>
              </a:ext>
            </a:extLst>
          </p:cNvPr>
          <p:cNvCxnSpPr>
            <a:cxnSpLocks/>
          </p:cNvCxnSpPr>
          <p:nvPr/>
        </p:nvCxnSpPr>
        <p:spPr>
          <a:xfrm flipV="1">
            <a:off x="6661662" y="4554710"/>
            <a:ext cx="0" cy="10583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1035D1D-78D1-46D5-93DA-10D2C0B8C5C3}"/>
              </a:ext>
            </a:extLst>
          </p:cNvPr>
          <p:cNvSpPr/>
          <p:nvPr/>
        </p:nvSpPr>
        <p:spPr>
          <a:xfrm>
            <a:off x="0" y="2064090"/>
            <a:ext cx="12046856" cy="440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6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915886"/>
            <a:ext cx="12079514" cy="3840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Modelling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04754" y="7385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omic Sans MS" panose="030F0702030302020204" pitchFamily="66" charset="0"/>
              </a:rPr>
              <a:t>The first conditional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658258" y="2157036"/>
            <a:ext cx="12079514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If + present simple + then + future simple.</a:t>
            </a:r>
          </a:p>
        </p:txBody>
      </p:sp>
    </p:spTree>
    <p:extLst>
      <p:ext uri="{BB962C8B-B14F-4D97-AF65-F5344CB8AC3E}">
        <p14:creationId xmlns:p14="http://schemas.microsoft.com/office/powerpoint/2010/main" val="3418838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448195"/>
            <a:ext cx="1217597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You can also use “</a:t>
            </a:r>
            <a:r>
              <a:rPr lang="en-US" sz="3200" b="1" dirty="0">
                <a:latin typeface="Comic Sans MS" panose="030F0702030302020204" pitchFamily="66" charset="0"/>
              </a:rPr>
              <a:t>unless”</a:t>
            </a:r>
            <a:r>
              <a:rPr lang="en-US" sz="3200" dirty="0">
                <a:latin typeface="Comic Sans MS" panose="030F0702030302020204" pitchFamily="66" charset="0"/>
              </a:rPr>
              <a:t> instead of “</a:t>
            </a:r>
            <a:r>
              <a:rPr lang="en-US" sz="3200" b="1" dirty="0">
                <a:latin typeface="Comic Sans MS" panose="030F0702030302020204" pitchFamily="66" charset="0"/>
              </a:rPr>
              <a:t>if you don’t</a:t>
            </a:r>
            <a:r>
              <a:rPr lang="en-US" sz="3200" dirty="0">
                <a:latin typeface="Comic Sans MS" panose="030F0702030302020204" pitchFamily="66" charset="0"/>
              </a:rPr>
              <a:t>”.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991" y="2697990"/>
            <a:ext cx="10515600" cy="27806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If you don’t eat a balanced diet, you will become unhealthy.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Unless eat a balanced diet, you will become unhealthy.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You will become unhealthy unless eat a balanced diet.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.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04754" y="7385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omic Sans MS" panose="030F0702030302020204" pitchFamily="66" charset="0"/>
              </a:rPr>
              <a:t>The first conditional</a:t>
            </a:r>
          </a:p>
        </p:txBody>
      </p:sp>
    </p:spTree>
    <p:extLst>
      <p:ext uri="{BB962C8B-B14F-4D97-AF65-F5344CB8AC3E}">
        <p14:creationId xmlns:p14="http://schemas.microsoft.com/office/powerpoint/2010/main" val="361662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1714" y="1375013"/>
            <a:ext cx="59218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Complete the sentences using the first conditional.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1400" y="3053848"/>
            <a:ext cx="59218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Write your own sentences using the first conditional.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8314" y="4956011"/>
            <a:ext cx="59218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Write your own sentences using all the different forms of the first conditional.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50950E-3FE0-4889-95AB-FCF7C956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119" y="1135952"/>
            <a:ext cx="644906" cy="1241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CF63AB-115D-48FD-8571-530226CA7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07" y="2754999"/>
            <a:ext cx="644907" cy="134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CBA54E-7E7A-4ACA-B99C-5F8C42FA23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72" y="4906238"/>
            <a:ext cx="644906" cy="14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98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4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Read your partner’s sentences.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69029"/>
            <a:ext cx="10515600" cy="3607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Be prepared to read your favourite to the class and justify why it’s your favourite.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If you work hard, we will have time to play a game.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56567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4503</TotalTime>
  <Words>404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Twinkl</vt:lpstr>
      <vt:lpstr>Office Theme</vt:lpstr>
      <vt:lpstr>English </vt:lpstr>
      <vt:lpstr>PowerPoint Presentation</vt:lpstr>
      <vt:lpstr>Retrieval Practice</vt:lpstr>
      <vt:lpstr>Starter – What is wrong with the sentences?</vt:lpstr>
      <vt:lpstr>Starter – What is wrong with the sentences?</vt:lpstr>
      <vt:lpstr>TTYP – What is the first conditional?</vt:lpstr>
      <vt:lpstr>PowerPoint Presentation</vt:lpstr>
      <vt:lpstr>You can also use “unless” instead of “if you don’t”.</vt:lpstr>
      <vt:lpstr>PowerPoint Presentation</vt:lpstr>
      <vt:lpstr>Read your partner’s sentences.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19</cp:revision>
  <dcterms:created xsi:type="dcterms:W3CDTF">2024-09-13T02:24:57Z</dcterms:created>
  <dcterms:modified xsi:type="dcterms:W3CDTF">2025-09-23T14:48:22Z</dcterms:modified>
</cp:coreProperties>
</file>