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72" r:id="rId11"/>
    <p:sldId id="273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880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41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0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3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69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783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790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387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13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36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C776-2909-4160-91F2-671A1C57FC7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900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BC776-2909-4160-91F2-671A1C57FC7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5D0CC6-4F3D-4FC8-A3B8-EDA5E43FE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966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mIYanq5gH8" TargetMode="External"/><Relationship Id="rId2" Type="http://schemas.openxmlformats.org/officeDocument/2006/relationships/hyperlink" Target="https://www.youtube.com/watch?v=GHtIxjKPP9w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fZl_LVU7a18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96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5757" y="1953630"/>
            <a:ext cx="11700485" cy="4061472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Monday 5</a:t>
            </a:r>
            <a:r>
              <a:rPr lang="en-US" sz="4800" b="1" baseline="30000" dirty="0">
                <a:latin typeface="Comic Sans MS" panose="030F0702030302020204" pitchFamily="66" charset="0"/>
              </a:rPr>
              <a:t>th</a:t>
            </a:r>
            <a:r>
              <a:rPr lang="en-US" sz="4800" b="1" dirty="0">
                <a:latin typeface="Comic Sans MS" panose="030F0702030302020204" pitchFamily="66" charset="0"/>
              </a:rPr>
              <a:t> October 2026</a:t>
            </a:r>
          </a:p>
          <a:p>
            <a:pPr algn="l"/>
            <a:endParaRPr lang="en-US" sz="4800" b="1" dirty="0">
              <a:latin typeface="Comic Sans MS" panose="030F0702030302020204" pitchFamily="66" charset="0"/>
            </a:endParaRPr>
          </a:p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WALT: </a:t>
            </a:r>
          </a:p>
          <a:p>
            <a:pPr algn="l"/>
            <a:r>
              <a:rPr lang="en-US" sz="4800" dirty="0">
                <a:latin typeface="Comic Sans MS" panose="030F0702030302020204" pitchFamily="66" charset="0"/>
              </a:rPr>
              <a:t>Read independently a range of short, simple fiction and non-fiction texts with confidence and enjoyment.</a:t>
            </a:r>
          </a:p>
          <a:p>
            <a:pPr algn="l"/>
            <a:endParaRPr lang="en-US" sz="4800" dirty="0">
              <a:latin typeface="Comic Sans MS" panose="030F0702030302020204" pitchFamily="66" charset="0"/>
            </a:endParaRPr>
          </a:p>
          <a:p>
            <a:pPr algn="l"/>
            <a:endParaRPr lang="en-US" sz="4800" b="1" dirty="0">
              <a:latin typeface="Comic Sans MS" panose="030F0702030302020204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435738" y="550406"/>
            <a:ext cx="275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2 – Sport</a:t>
            </a:r>
          </a:p>
        </p:txBody>
      </p:sp>
    </p:spTree>
    <p:extLst>
      <p:ext uri="{BB962C8B-B14F-4D97-AF65-F5344CB8AC3E}">
        <p14:creationId xmlns:p14="http://schemas.microsoft.com/office/powerpoint/2010/main" val="563243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Read independently a range of short, simple fiction and non-fiction texts with confidence and enjoyment.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Comic Sans MS" panose="030F0702030302020204" pitchFamily="66" charset="0"/>
              </a:rPr>
              <a:t>I can read a text aloud.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answer questions on a text.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write my own short piece of commentary and read it using intonation and stress correctly.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1434B3-FA2B-4EFE-8766-27FF71D882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10636"/>
            <a:ext cx="1102890" cy="21233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DAC0A12-15DA-4F5E-823C-5C395C0F40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950957"/>
            <a:ext cx="1102890" cy="230529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73AA340-8230-457B-93B2-F9FBAC5EFC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837492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755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16" y="638080"/>
            <a:ext cx="10515600" cy="1325563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Retrieval Practice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114010"/>
            <a:ext cx="11715676" cy="1048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Read independently a range of short, simple fiction and non-fiction texts with confidence and enjoyment.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612" y="892824"/>
            <a:ext cx="6830704" cy="58305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31558" y="2238233"/>
            <a:ext cx="477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04263" y="3102701"/>
            <a:ext cx="477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04263" y="3967169"/>
            <a:ext cx="477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31559" y="4861848"/>
            <a:ext cx="477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35076" y="5884062"/>
            <a:ext cx="477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749352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400" y="2919895"/>
            <a:ext cx="9728200" cy="340360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Starter</a:t>
            </a:r>
            <a:r>
              <a:rPr lang="en-US" sz="4000" dirty="0">
                <a:latin typeface="Comic Sans MS" panose="030F0702030302020204" pitchFamily="66" charset="0"/>
              </a:rPr>
              <a:t> – What sports are being commentated on?</a:t>
            </a:r>
            <a:br>
              <a:rPr lang="en-US" sz="4000" dirty="0">
                <a:latin typeface="Comic Sans MS" panose="030F0702030302020204" pitchFamily="66" charset="0"/>
              </a:rPr>
            </a:br>
            <a:br>
              <a:rPr lang="en-US" sz="4000" dirty="0">
                <a:latin typeface="Comic Sans MS" panose="030F0702030302020204" pitchFamily="66" charset="0"/>
              </a:rPr>
            </a:br>
            <a:r>
              <a:rPr lang="en-US" sz="4000" dirty="0">
                <a:latin typeface="Comic Sans MS" panose="030F0702030302020204" pitchFamily="66" charset="0"/>
                <a:hlinkClick r:id="rId2"/>
              </a:rPr>
              <a:t>https://www.youtube.com/watch?v=GHtIxjKPP9w</a:t>
            </a:r>
            <a:r>
              <a:rPr lang="en-US" sz="4000" dirty="0">
                <a:latin typeface="Comic Sans MS" panose="030F0702030302020204" pitchFamily="66" charset="0"/>
              </a:rPr>
              <a:t> </a:t>
            </a:r>
            <a:br>
              <a:rPr lang="en-US" sz="4000" dirty="0">
                <a:latin typeface="Comic Sans MS" panose="030F0702030302020204" pitchFamily="66" charset="0"/>
              </a:rPr>
            </a:br>
            <a:br>
              <a:rPr lang="en-US" sz="4000" dirty="0">
                <a:latin typeface="Comic Sans MS" panose="030F0702030302020204" pitchFamily="66" charset="0"/>
              </a:rPr>
            </a:br>
            <a:r>
              <a:rPr lang="en-US" sz="4000" dirty="0">
                <a:latin typeface="Comic Sans MS" panose="030F0702030302020204" pitchFamily="66" charset="0"/>
                <a:hlinkClick r:id="rId3"/>
              </a:rPr>
              <a:t>https://www.youtube.com/watch?v=UmIYanq5gH8</a:t>
            </a:r>
            <a:r>
              <a:rPr lang="en-US" sz="4000" dirty="0">
                <a:latin typeface="Comic Sans MS" panose="030F0702030302020204" pitchFamily="66" charset="0"/>
              </a:rPr>
              <a:t> (from 1:25)</a:t>
            </a:r>
            <a:br>
              <a:rPr lang="en-US" sz="4000" dirty="0">
                <a:latin typeface="Comic Sans MS" panose="030F0702030302020204" pitchFamily="66" charset="0"/>
              </a:rPr>
            </a:br>
            <a:br>
              <a:rPr lang="en-US" sz="4000" dirty="0">
                <a:latin typeface="Comic Sans MS" panose="030F0702030302020204" pitchFamily="66" charset="0"/>
              </a:rPr>
            </a:br>
            <a:r>
              <a:rPr lang="en-US" sz="4000" dirty="0">
                <a:latin typeface="Comic Sans MS" panose="030F0702030302020204" pitchFamily="66" charset="0"/>
                <a:hlinkClick r:id="rId4"/>
              </a:rPr>
              <a:t>https://www.youtube.com/watch?v=fZl_LVU7a18</a:t>
            </a:r>
            <a:r>
              <a:rPr lang="en-US" sz="4000" dirty="0">
                <a:latin typeface="Comic Sans MS" panose="030F0702030302020204" pitchFamily="66" charset="0"/>
              </a:rPr>
              <a:t> </a:t>
            </a:r>
            <a:br>
              <a:rPr lang="en-US" sz="4000" dirty="0">
                <a:latin typeface="Comic Sans MS" panose="030F0702030302020204" pitchFamily="66" charset="0"/>
              </a:rPr>
            </a:br>
            <a:br>
              <a:rPr lang="en-US" sz="4000" dirty="0">
                <a:latin typeface="Comic Sans MS" panose="030F0702030302020204" pitchFamily="66" charset="0"/>
              </a:rPr>
            </a:br>
            <a:endParaRPr lang="en-US" sz="4000" dirty="0">
              <a:latin typeface="Comic Sans MS" panose="030F0702030302020204" pitchFamily="66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9646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16" y="1246868"/>
            <a:ext cx="4904313" cy="23121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653" y="2594173"/>
            <a:ext cx="5761718" cy="22247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0722" y="3559049"/>
            <a:ext cx="5456614" cy="25169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70" y="4571165"/>
            <a:ext cx="6991722" cy="20266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74857" y="1246868"/>
            <a:ext cx="383177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Read the text by yourself.</a:t>
            </a:r>
          </a:p>
          <a:p>
            <a:endParaRPr lang="en-US" sz="32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Page 36 - 38</a:t>
            </a:r>
          </a:p>
        </p:txBody>
      </p:sp>
    </p:spTree>
    <p:extLst>
      <p:ext uri="{BB962C8B-B14F-4D97-AF65-F5344CB8AC3E}">
        <p14:creationId xmlns:p14="http://schemas.microsoft.com/office/powerpoint/2010/main" val="2410545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16" y="87380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Now lets read it together.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55" y="1753280"/>
            <a:ext cx="10714022" cy="495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660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Comic Sans MS" panose="030F0702030302020204" pitchFamily="66" charset="0"/>
              </a:rPr>
              <a:t>WALT: </a:t>
            </a:r>
            <a:r>
              <a:rPr lang="en-US" sz="4000" dirty="0">
                <a:latin typeface="Comic Sans MS" panose="030F0702030302020204" pitchFamily="66" charset="0"/>
              </a:rPr>
              <a:t>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8727"/>
            <a:ext cx="12124644" cy="488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867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Comic Sans MS" panose="030F0702030302020204" pitchFamily="66" charset="0"/>
              </a:rPr>
              <a:t>WALT: </a:t>
            </a:r>
            <a:r>
              <a:rPr lang="en-US" sz="4000" dirty="0">
                <a:latin typeface="Comic Sans MS" panose="030F0702030302020204" pitchFamily="66" charset="0"/>
              </a:rPr>
              <a:t>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73" y="1362527"/>
            <a:ext cx="11126561" cy="521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29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Comic Sans MS" panose="030F0702030302020204" pitchFamily="66" charset="0"/>
              </a:rPr>
              <a:t>WALT: </a:t>
            </a:r>
            <a:r>
              <a:rPr lang="en-US" sz="4000" dirty="0">
                <a:latin typeface="Comic Sans MS" panose="030F0702030302020204" pitchFamily="66" charset="0"/>
              </a:rPr>
              <a:t>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22" y="1886857"/>
            <a:ext cx="11747770" cy="343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579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Comic Sans MS" panose="030F0702030302020204" pitchFamily="66" charset="0"/>
              </a:rPr>
              <a:t>WALT: </a:t>
            </a:r>
            <a:r>
              <a:rPr lang="en-US" sz="4000" dirty="0">
                <a:latin typeface="Comic Sans MS" panose="030F0702030302020204" pitchFamily="66" charset="0"/>
              </a:rPr>
              <a:t>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8A745D-AF09-464C-8172-5B21E0D5BD2F}"/>
              </a:ext>
            </a:extLst>
          </p:cNvPr>
          <p:cNvSpPr txBox="1"/>
          <p:nvPr/>
        </p:nvSpPr>
        <p:spPr>
          <a:xfrm>
            <a:off x="271608" y="1255789"/>
            <a:ext cx="1171567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omic Sans MS" panose="030F0702030302020204" pitchFamily="66" charset="0"/>
              </a:rPr>
              <a:t>I do 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r>
              <a:rPr lang="en-US" sz="2800" dirty="0">
                <a:latin typeface="Comic Sans MS" panose="030F0702030302020204" pitchFamily="66" charset="0"/>
              </a:rPr>
              <a:t>In section two, what word describes how the players moved forward onto the ball? 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r>
              <a:rPr lang="en-US" sz="2800" u="sng" dirty="0">
                <a:latin typeface="Comic Sans MS" panose="030F0702030302020204" pitchFamily="66" charset="0"/>
              </a:rPr>
              <a:t>We do 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r>
              <a:rPr lang="en-US" sz="2800" dirty="0">
                <a:latin typeface="Comic Sans MS" panose="030F0702030302020204" pitchFamily="66" charset="0"/>
              </a:rPr>
              <a:t>In section three, why did the crowd explode?</a:t>
            </a:r>
          </a:p>
        </p:txBody>
      </p:sp>
    </p:spTree>
    <p:extLst>
      <p:ext uri="{BB962C8B-B14F-4D97-AF65-F5344CB8AC3E}">
        <p14:creationId xmlns:p14="http://schemas.microsoft.com/office/powerpoint/2010/main" val="4190657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Comic Sans MS" panose="030F0702030302020204" pitchFamily="66" charset="0"/>
              </a:rPr>
              <a:t>WALT: </a:t>
            </a:r>
            <a:r>
              <a:rPr lang="en-US" sz="4000" dirty="0">
                <a:latin typeface="Comic Sans MS" panose="030F0702030302020204" pitchFamily="66" charset="0"/>
              </a:rPr>
              <a:t>Read independently a range of short, simple fiction and non-fiction texts with confidence and enjoyment.</a:t>
            </a:r>
          </a:p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8A745D-AF09-464C-8172-5B21E0D5BD2F}"/>
              </a:ext>
            </a:extLst>
          </p:cNvPr>
          <p:cNvSpPr txBox="1"/>
          <p:nvPr/>
        </p:nvSpPr>
        <p:spPr>
          <a:xfrm>
            <a:off x="271608" y="1255789"/>
            <a:ext cx="1171567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omic Sans MS" panose="030F0702030302020204" pitchFamily="66" charset="0"/>
              </a:rPr>
              <a:t>Your task</a:t>
            </a:r>
          </a:p>
          <a:p>
            <a:endParaRPr lang="en-US" sz="2800" u="sng" dirty="0">
              <a:latin typeface="Comic Sans MS" panose="030F0702030302020204" pitchFamily="66" charset="0"/>
            </a:endParaRPr>
          </a:p>
          <a:p>
            <a:r>
              <a:rPr lang="en-US" sz="2800" dirty="0">
                <a:latin typeface="Comic Sans MS" panose="030F0702030302020204" pitchFamily="66" charset="0"/>
              </a:rPr>
              <a:t>Answer the questions in your learner book.  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r>
              <a:rPr lang="en-US" sz="2800" dirty="0">
                <a:latin typeface="Comic Sans MS" panose="030F0702030302020204" pitchFamily="66" charset="0"/>
              </a:rPr>
              <a:t>Remember –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omic Sans MS" panose="030F0702030302020204" pitchFamily="66" charset="0"/>
              </a:rPr>
              <a:t>Carefully read the questions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omic Sans MS" panose="030F0702030302020204" pitchFamily="66" charset="0"/>
              </a:rPr>
              <a:t>Check your answers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Comic Sans MS" panose="030F0702030302020204" pitchFamily="66" charset="0"/>
            </a:endParaRPr>
          </a:p>
          <a:p>
            <a:r>
              <a:rPr lang="en-US" sz="2800" u="sng" dirty="0">
                <a:latin typeface="Comic Sans MS" panose="030F0702030302020204" pitchFamily="66" charset="0"/>
              </a:rPr>
              <a:t>Finished?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omic Sans MS" panose="030F0702030302020204" pitchFamily="66" charset="0"/>
              </a:rPr>
              <a:t>Answer questions 5 – 7 in your Learner Book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350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Read independently a range of short, simple fiction and non-fiction texts with confidence and enjoyment.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Comic Sans MS" panose="030F0702030302020204" pitchFamily="66" charset="0"/>
              </a:rPr>
              <a:t>I can read a text aloud.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answer questions on a text.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write my own short piece of commentary and read it using intonation and stress correctly.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1434B3-FA2B-4EFE-8766-27FF71D882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10636"/>
            <a:ext cx="1102890" cy="21233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DAC0A12-15DA-4F5E-823C-5C395C0F40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950957"/>
            <a:ext cx="1102890" cy="230529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73AA340-8230-457B-93B2-F9FBAC5EFC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837492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286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952</TotalTime>
  <Words>456</Words>
  <Application>Microsoft Office PowerPoint</Application>
  <PresentationFormat>Widescreen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Comic Sans MS</vt:lpstr>
      <vt:lpstr>Office Theme</vt:lpstr>
      <vt:lpstr>English </vt:lpstr>
      <vt:lpstr>PowerPoint Presentation</vt:lpstr>
      <vt:lpstr>Retrieval Practice</vt:lpstr>
      <vt:lpstr>Starter – What sports are being commentated on?  https://www.youtube.com/watch?v=GHtIxjKPP9w   https://www.youtube.com/watch?v=UmIYanq5gH8 (from 1:25)  https://www.youtube.com/watch?v=fZl_LVU7a18   </vt:lpstr>
      <vt:lpstr>PowerPoint Presentation</vt:lpstr>
      <vt:lpstr>Now lets read it together.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</dc:title>
  <dc:creator>Jonathan Michael Holliday (VSC-KTiH-MB)</dc:creator>
  <cp:lastModifiedBy>Colette Aisling Meade (VSC-KTiH-MB)</cp:lastModifiedBy>
  <cp:revision>17</cp:revision>
  <dcterms:created xsi:type="dcterms:W3CDTF">2024-09-24T03:28:40Z</dcterms:created>
  <dcterms:modified xsi:type="dcterms:W3CDTF">2026-10-05T05:35:10Z</dcterms:modified>
</cp:coreProperties>
</file>