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5" r:id="rId7"/>
    <p:sldId id="274" r:id="rId8"/>
    <p:sldId id="276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4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7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2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47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88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75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55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5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4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4335D-B5BC-4152-9E57-BF434BC7279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75C85-709D-44CC-8794-F6D61F35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3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069" y="1568620"/>
            <a:ext cx="11700485" cy="4061472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WALT: </a:t>
            </a:r>
          </a:p>
          <a:p>
            <a:pPr algn="l"/>
            <a:r>
              <a:rPr lang="en-US" sz="4400" dirty="0">
                <a:latin typeface="Comic Sans MS" panose="030F0702030302020204" pitchFamily="66" charset="0"/>
              </a:rPr>
              <a:t>Make a piece of writing using the first conditional and modal verbs.</a:t>
            </a:r>
          </a:p>
          <a:p>
            <a:pPr algn="l"/>
            <a:endParaRPr lang="en-US" sz="44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197315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Make a piece of writing using the first conditional and modal verbs.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create a poster about a sport.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modal sentences in my poster.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the first conditional in my poster.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A865F9-5DD0-48FC-B578-C404C133D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166E33-002E-4CF0-A581-A551D50AB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22AD69-E09A-4D72-831E-A72C43B2C4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0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78" y="638081"/>
            <a:ext cx="10515600" cy="61320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114010"/>
            <a:ext cx="11715676" cy="104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Make a piece of writing using the first conditional and modal verbs.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688259F-ECA3-48CF-8474-F3E388C272B9}"/>
              </a:ext>
            </a:extLst>
          </p:cNvPr>
          <p:cNvSpPr txBox="1">
            <a:spLocks/>
          </p:cNvSpPr>
          <p:nvPr/>
        </p:nvSpPr>
        <p:spPr>
          <a:xfrm>
            <a:off x="364176" y="1379618"/>
            <a:ext cx="10515600" cy="613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Comic Sans MS" panose="030F0702030302020204" pitchFamily="66" charset="0"/>
              </a:rPr>
              <a:t>Write 3 sentences using the prompts.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3D7ADB-35BE-48D6-92CC-959DCB3AB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099" y="2210291"/>
            <a:ext cx="8136166" cy="401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652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608" y="63807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r>
              <a:rPr lang="en-US" sz="3600" dirty="0">
                <a:latin typeface="Comic Sans MS" panose="030F0702030302020204" pitchFamily="66" charset="0"/>
              </a:rPr>
              <a:t> – You’ve got 1 minute to tell your partner all about the sport you will be making a poster about.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114010"/>
            <a:ext cx="11715676" cy="1048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Make a piece of writing using the first conditional and modal verbs.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18BF76-632A-41D8-8425-5BAD75387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89" y="3025092"/>
            <a:ext cx="2425825" cy="2254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4D6E64-4022-4D80-8F65-BBC35263A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990" y="3137220"/>
            <a:ext cx="2997354" cy="18733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B3E2C-9C05-4859-A30A-9069BDB9E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876" y="3137220"/>
            <a:ext cx="3124361" cy="1835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6883F6-9666-43F6-AB57-783B3F817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769" y="3025092"/>
            <a:ext cx="1997338" cy="219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7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Make a piece of writing using the first conditional and modal verbs.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608" y="908404"/>
            <a:ext cx="10399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Get your planning document out from last lesson.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353E3-DF54-4171-842A-95270E86E28D}"/>
              </a:ext>
            </a:extLst>
          </p:cNvPr>
          <p:cNvSpPr txBox="1"/>
          <p:nvPr/>
        </p:nvSpPr>
        <p:spPr>
          <a:xfrm>
            <a:off x="204716" y="1896582"/>
            <a:ext cx="103995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Have you written 3 sentences for the first conditional as well as modal sentences?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DA7A36-C830-4C79-912E-A4D25C1E8DCE}"/>
              </a:ext>
            </a:extLst>
          </p:cNvPr>
          <p:cNvSpPr txBox="1"/>
          <p:nvPr/>
        </p:nvSpPr>
        <p:spPr>
          <a:xfrm>
            <a:off x="271608" y="3965433"/>
            <a:ext cx="10399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If you haven’t, you need to do it now!</a:t>
            </a:r>
          </a:p>
        </p:txBody>
      </p:sp>
    </p:spTree>
    <p:extLst>
      <p:ext uri="{BB962C8B-B14F-4D97-AF65-F5344CB8AC3E}">
        <p14:creationId xmlns:p14="http://schemas.microsoft.com/office/powerpoint/2010/main" val="350553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38162" y="172553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Make</a:t>
            </a:r>
            <a:r>
              <a:rPr lang="en-US" sz="2400" dirty="0">
                <a:latin typeface="Comic Sans MS" panose="030F0702030302020204" pitchFamily="66" charset="0"/>
              </a:rPr>
              <a:t> a piece of writing using the first conditional and modal verbs.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95A090-0499-456F-A11B-65A67995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49" y="635793"/>
            <a:ext cx="3530191" cy="62222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9A0BAC-674B-462A-AD11-A0E98E1E9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464" y="618740"/>
            <a:ext cx="3530191" cy="627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3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piece of writing using the first conditional and modal verbs.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62" y="2618739"/>
            <a:ext cx="10171005" cy="3945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674" y="1417726"/>
            <a:ext cx="9498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These are the success criteria you need to meet in your project.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236E92-DFE0-4D5D-B97D-080542564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674" y="2780320"/>
            <a:ext cx="611088" cy="11764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17FB23-BB86-48E0-96B5-28CE89785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9" y="4118387"/>
            <a:ext cx="611088" cy="12773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A7D8CA-5106-49F0-AE22-0FE2232D06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30" y="5474763"/>
            <a:ext cx="611088" cy="138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6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piece of writing using the first conditional and modal verbs.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62" y="2618739"/>
            <a:ext cx="10171005" cy="39458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7038" y="1120392"/>
            <a:ext cx="9498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You can make your poster now.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Make sure you include the features from the success criteria.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236E92-DFE0-4D5D-B97D-080542564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674" y="2780320"/>
            <a:ext cx="611088" cy="11764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17FB23-BB86-48E0-96B5-28CE897859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9" y="4118387"/>
            <a:ext cx="611088" cy="12773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A7D8CA-5106-49F0-AE22-0FE2232D06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30" y="5474763"/>
            <a:ext cx="611088" cy="138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2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3473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Make a piece of writing using the first conditional and modal verbs.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I can create a poster about a sport.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modal sentences in my poster.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include the first conditional in my poster.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A865F9-5DD0-48FC-B578-C404C133D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166E33-002E-4CF0-A581-A551D50AB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22AD69-E09A-4D72-831E-A72C43B2C4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23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293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You’ve got 1 minute to tell your partner all about the sport you will be making a poster about.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20</cp:revision>
  <dcterms:created xsi:type="dcterms:W3CDTF">2024-09-25T00:56:13Z</dcterms:created>
  <dcterms:modified xsi:type="dcterms:W3CDTF">2026-09-24T01:46:35Z</dcterms:modified>
</cp:coreProperties>
</file>